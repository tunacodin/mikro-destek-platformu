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  <p:embeddedFont>
      <p:font typeface="Bricolage Grotesqu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66exdGjrulXkGtR4U2B0SpNk5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ricolageGrotesque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BricolageGrotesqu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Kurul bu bölümde neyi anlamalı?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Proje gerçekten ne?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 iş neden var?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 projeyi dinlemeye devam etmeli miyiz?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Kaçınılması gerekenler: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Uzun hikâye, kişisel motivasyon anlatımı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Teknik detaylara erken girme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“Her şey olabilir” belirsizliği</a:t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Kurul bu bölümde neyi anlamalı?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 problem gerçek mi, yoksa varsayım mı?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Proje bir ihtiyaca mı dayanıyor?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Hedef kitle net mi?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Hedef kitlede son kullanıcı ve işletmeler arasındaki ayrım net mi?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Kaçınılması gerekenler: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Herkese hitap ettiğini söylemek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“Bence ihtiyaç var” dili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Çoklu problem anlatımı</a:t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Kurul bu bölümde neyi anlamalı?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Ekip bu işi gerçekten yapabilir mi?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Proje hayal mi, süreçte mi?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Emek ve süreklilik var mı?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Kaçınılması gerekenler: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CV okuma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Gelecek planlarını bugünkü durum gibi anlatma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Henüz yapılmamış işleri yapılmış gibi sunma</a:t>
            </a:r>
            <a:endParaRPr/>
          </a:p>
        </p:txBody>
      </p:sp>
      <p:sp>
        <p:nvSpPr>
          <p:cNvPr id="226" name="Google Shape;2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Kurul bu bölümde neyi anlamalı?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Ne istendiği net mi?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Neden istendiği mantıklı mı?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Destek mekanizmasıyla uyumlu mu?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Kaçınılması gerekenler: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Liste halinde her şeyi istemek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“İyi olur” gerekçesi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Belirsiz süre ve kapsam</a:t>
            </a:r>
            <a:endParaRPr/>
          </a:p>
        </p:txBody>
      </p:sp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2aab7003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Kurul bu bölümde neyi anlamalı?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Somut bir sonuç var mı?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 sonuç Divizyon’da neyi çoğaltır?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Bu destek geri dönüş üretiyor mu?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Kaçınılması gerekenler: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Belirsiz çıktılar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“Geliştirmeye devam edeceğiz” ile bitirmek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Sadece ekip faydasına odaklanmak</a:t>
            </a:r>
            <a:endParaRPr/>
          </a:p>
        </p:txBody>
      </p:sp>
      <p:sp>
        <p:nvSpPr>
          <p:cNvPr id="336" name="Google Shape;336;g3c2aab7003b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2aab7003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g3c2aab7003b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2aab7003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Yedek Slaytlar İçin Net Kurallar 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Yedek slaytlar </a:t>
            </a:r>
            <a:r>
              <a:rPr b="1" lang="en">
                <a:solidFill>
                  <a:schemeClr val="dk1"/>
                </a:solidFill>
              </a:rPr>
              <a:t>sunum süresine dahil değildir.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Zorunlu değildir.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Sadece soruya cevap vermek için açılır.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Ana akışa taşınmaz.</a:t>
            </a:r>
            <a:endParaRPr/>
          </a:p>
        </p:txBody>
      </p:sp>
      <p:sp>
        <p:nvSpPr>
          <p:cNvPr id="406" name="Google Shape;406;g3c2aab7003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2"/>
          <p:cNvPicPr preferRelativeResize="0"/>
          <p:nvPr/>
        </p:nvPicPr>
        <p:blipFill rotWithShape="1">
          <a:blip r:embed="rId2">
            <a:alphaModFix/>
          </a:blip>
          <a:srcRect b="0" l="26868" r="26869" t="0"/>
          <a:stretch/>
        </p:blipFill>
        <p:spPr>
          <a:xfrm>
            <a:off x="6045994" y="506016"/>
            <a:ext cx="2084785" cy="2534840"/>
          </a:xfrm>
          <a:custGeom>
            <a:rect b="b" l="l" r="r" t="t"/>
            <a:pathLst>
              <a:path extrusionOk="0" h="3380191" w="2779575">
                <a:moveTo>
                  <a:pt x="0" y="0"/>
                </a:moveTo>
                <a:lnTo>
                  <a:pt x="2779575" y="0"/>
                </a:lnTo>
                <a:lnTo>
                  <a:pt x="2779575" y="3380191"/>
                </a:lnTo>
                <a:lnTo>
                  <a:pt x="0" y="3380191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/>
          <p:cNvPicPr preferRelativeResize="0"/>
          <p:nvPr/>
        </p:nvPicPr>
        <p:blipFill rotWithShape="1">
          <a:blip r:embed="rId2">
            <a:alphaModFix/>
          </a:blip>
          <a:srcRect b="0" l="42978" r="42979" t="0"/>
          <a:stretch/>
        </p:blipFill>
        <p:spPr>
          <a:xfrm>
            <a:off x="7369969" y="0"/>
            <a:ext cx="1285875" cy="5150644"/>
          </a:xfrm>
          <a:custGeom>
            <a:rect b="b" l="l" r="r" t="t"/>
            <a:pathLst>
              <a:path extrusionOk="0" h="6867590" w="1714409">
                <a:moveTo>
                  <a:pt x="0" y="0"/>
                </a:moveTo>
                <a:lnTo>
                  <a:pt x="1714409" y="0"/>
                </a:lnTo>
                <a:lnTo>
                  <a:pt x="1714409" y="6867590"/>
                </a:lnTo>
                <a:lnTo>
                  <a:pt x="0" y="686759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 showMasterSp="0">
  <p:cSld name="3_Custom Layout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24"/>
          <p:cNvCxnSpPr/>
          <p:nvPr/>
        </p:nvCxnSpPr>
        <p:spPr>
          <a:xfrm>
            <a:off x="515983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4"/>
          <p:cNvCxnSpPr/>
          <p:nvPr/>
        </p:nvCxnSpPr>
        <p:spPr>
          <a:xfrm>
            <a:off x="8628017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" name="Google Shape;18;p24"/>
          <p:cNvCxnSpPr/>
          <p:nvPr/>
        </p:nvCxnSpPr>
        <p:spPr>
          <a:xfrm>
            <a:off x="8897439" y="2123954"/>
            <a:ext cx="0" cy="895591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" name="Google Shape;19;p24"/>
          <p:cNvSpPr txBox="1"/>
          <p:nvPr/>
        </p:nvSpPr>
        <p:spPr>
          <a:xfrm flipH="1">
            <a:off x="8651694" y="1736834"/>
            <a:ext cx="491490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1" lang="en" sz="8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1" i="1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" name="Google Shape;20;p24"/>
          <p:cNvSpPr txBox="1"/>
          <p:nvPr/>
        </p:nvSpPr>
        <p:spPr>
          <a:xfrm flipH="1">
            <a:off x="8651784" y="3210457"/>
            <a:ext cx="49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24"/>
          <p:cNvPicPr preferRelativeResize="0"/>
          <p:nvPr/>
        </p:nvPicPr>
        <p:blipFill rotWithShape="1">
          <a:blip r:embed="rId2">
            <a:alphaModFix/>
          </a:blip>
          <a:srcRect b="28267" l="0" r="0" t="28266"/>
          <a:stretch/>
        </p:blipFill>
        <p:spPr>
          <a:xfrm>
            <a:off x="951310" y="464344"/>
            <a:ext cx="6983015" cy="1707356"/>
          </a:xfrm>
          <a:custGeom>
            <a:rect b="b" l="l" r="r" t="t"/>
            <a:pathLst>
              <a:path extrusionOk="0" h="2276801" w="9311389">
                <a:moveTo>
                  <a:pt x="0" y="0"/>
                </a:moveTo>
                <a:lnTo>
                  <a:pt x="9311389" y="0"/>
                </a:lnTo>
                <a:lnTo>
                  <a:pt x="9311389" y="2276801"/>
                </a:lnTo>
                <a:lnTo>
                  <a:pt x="0" y="2276801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solidFill>
          <a:schemeClr val="accen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5"/>
          <p:cNvPicPr preferRelativeResize="0"/>
          <p:nvPr/>
        </p:nvPicPr>
        <p:blipFill rotWithShape="1">
          <a:blip r:embed="rId2">
            <a:alphaModFix/>
          </a:blip>
          <a:srcRect b="0" l="9531" r="9530" t="0"/>
          <a:stretch/>
        </p:blipFill>
        <p:spPr>
          <a:xfrm>
            <a:off x="528638" y="0"/>
            <a:ext cx="3700463" cy="2571750"/>
          </a:xfrm>
          <a:custGeom>
            <a:rect b="b" l="l" r="r" t="t"/>
            <a:pathLst>
              <a:path extrusionOk="0" h="6858000" w="4959012">
                <a:moveTo>
                  <a:pt x="0" y="0"/>
                </a:moveTo>
                <a:lnTo>
                  <a:pt x="4959012" y="0"/>
                </a:lnTo>
                <a:lnTo>
                  <a:pt x="4959012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6"/>
          <p:cNvPicPr preferRelativeResize="0"/>
          <p:nvPr/>
        </p:nvPicPr>
        <p:blipFill rotWithShape="1">
          <a:blip r:embed="rId2">
            <a:alphaModFix/>
          </a:blip>
          <a:srcRect b="0" l="26308" r="26309" t="0"/>
          <a:stretch/>
        </p:blipFill>
        <p:spPr>
          <a:xfrm>
            <a:off x="2639616" y="0"/>
            <a:ext cx="1647825" cy="1956197"/>
          </a:xfrm>
          <a:custGeom>
            <a:rect b="b" l="l" r="r" t="t"/>
            <a:pathLst>
              <a:path extrusionOk="0" h="2608150" w="2196670">
                <a:moveTo>
                  <a:pt x="0" y="0"/>
                </a:moveTo>
                <a:lnTo>
                  <a:pt x="2196670" y="0"/>
                </a:lnTo>
                <a:lnTo>
                  <a:pt x="2196670" y="2608150"/>
                </a:lnTo>
                <a:lnTo>
                  <a:pt x="0" y="260815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6" name="Google Shape;26;p26"/>
          <p:cNvPicPr preferRelativeResize="0"/>
          <p:nvPr/>
        </p:nvPicPr>
        <p:blipFill rotWithShape="1">
          <a:blip r:embed="rId2">
            <a:alphaModFix/>
          </a:blip>
          <a:srcRect b="0" l="26326" r="26326" t="0"/>
          <a:stretch/>
        </p:blipFill>
        <p:spPr>
          <a:xfrm>
            <a:off x="4467225" y="0"/>
            <a:ext cx="1646635" cy="1956197"/>
          </a:xfrm>
          <a:custGeom>
            <a:rect b="b" l="l" r="r" t="t"/>
            <a:pathLst>
              <a:path extrusionOk="0" h="2608150" w="2196670">
                <a:moveTo>
                  <a:pt x="0" y="0"/>
                </a:moveTo>
                <a:lnTo>
                  <a:pt x="2196670" y="0"/>
                </a:lnTo>
                <a:lnTo>
                  <a:pt x="2196670" y="2608150"/>
                </a:lnTo>
                <a:lnTo>
                  <a:pt x="0" y="260815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7" name="Google Shape;27;p26"/>
          <p:cNvPicPr preferRelativeResize="0"/>
          <p:nvPr/>
        </p:nvPicPr>
        <p:blipFill rotWithShape="1">
          <a:blip r:embed="rId2">
            <a:alphaModFix/>
          </a:blip>
          <a:srcRect b="0" l="26308" r="26309" t="0"/>
          <a:stretch/>
        </p:blipFill>
        <p:spPr>
          <a:xfrm>
            <a:off x="6293644" y="0"/>
            <a:ext cx="1647825" cy="1956197"/>
          </a:xfrm>
          <a:custGeom>
            <a:rect b="b" l="l" r="r" t="t"/>
            <a:pathLst>
              <a:path extrusionOk="0" h="2608150" w="2196670">
                <a:moveTo>
                  <a:pt x="0" y="0"/>
                </a:moveTo>
                <a:lnTo>
                  <a:pt x="2196670" y="0"/>
                </a:lnTo>
                <a:lnTo>
                  <a:pt x="2196670" y="2608150"/>
                </a:lnTo>
                <a:lnTo>
                  <a:pt x="0" y="260815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 showMasterSp="0">
  <p:cSld name="6_Custom Layout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27"/>
          <p:cNvCxnSpPr/>
          <p:nvPr/>
        </p:nvCxnSpPr>
        <p:spPr>
          <a:xfrm>
            <a:off x="515983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" name="Google Shape;30;p27"/>
          <p:cNvCxnSpPr/>
          <p:nvPr/>
        </p:nvCxnSpPr>
        <p:spPr>
          <a:xfrm>
            <a:off x="8628017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" name="Google Shape;31;p27"/>
          <p:cNvCxnSpPr/>
          <p:nvPr/>
        </p:nvCxnSpPr>
        <p:spPr>
          <a:xfrm>
            <a:off x="8897439" y="2123954"/>
            <a:ext cx="0" cy="895591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27"/>
          <p:cNvSpPr txBox="1"/>
          <p:nvPr/>
        </p:nvSpPr>
        <p:spPr>
          <a:xfrm flipH="1">
            <a:off x="8651694" y="1736834"/>
            <a:ext cx="491490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1" lang="en" sz="8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1" i="1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" name="Google Shape;33;p27"/>
          <p:cNvSpPr txBox="1"/>
          <p:nvPr/>
        </p:nvSpPr>
        <p:spPr>
          <a:xfrm flipH="1">
            <a:off x="8651784" y="3210457"/>
            <a:ext cx="49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27"/>
          <p:cNvPicPr preferRelativeResize="0"/>
          <p:nvPr/>
        </p:nvPicPr>
        <p:blipFill rotWithShape="1">
          <a:blip r:embed="rId2">
            <a:alphaModFix/>
          </a:blip>
          <a:srcRect b="0" l="19177" r="19176" t="0"/>
          <a:stretch/>
        </p:blipFill>
        <p:spPr>
          <a:xfrm>
            <a:off x="6004322" y="704850"/>
            <a:ext cx="1727596" cy="1576388"/>
          </a:xfrm>
          <a:custGeom>
            <a:rect b="b" l="l" r="r" t="t"/>
            <a:pathLst>
              <a:path extrusionOk="0" h="2103126" w="2302290">
                <a:moveTo>
                  <a:pt x="0" y="0"/>
                </a:moveTo>
                <a:lnTo>
                  <a:pt x="2302290" y="0"/>
                </a:lnTo>
                <a:lnTo>
                  <a:pt x="2302290" y="2103126"/>
                </a:lnTo>
                <a:lnTo>
                  <a:pt x="0" y="2103126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5" name="Google Shape;35;p27"/>
          <p:cNvPicPr preferRelativeResize="0"/>
          <p:nvPr/>
        </p:nvPicPr>
        <p:blipFill rotWithShape="1">
          <a:blip r:embed="rId2">
            <a:alphaModFix/>
          </a:blip>
          <a:srcRect b="0" l="19199" r="19200" t="0"/>
          <a:stretch/>
        </p:blipFill>
        <p:spPr>
          <a:xfrm>
            <a:off x="6004322" y="2871788"/>
            <a:ext cx="1727596" cy="1577579"/>
          </a:xfrm>
          <a:custGeom>
            <a:rect b="b" l="l" r="r" t="t"/>
            <a:pathLst>
              <a:path extrusionOk="0" h="2103126" w="2302290">
                <a:moveTo>
                  <a:pt x="0" y="0"/>
                </a:moveTo>
                <a:lnTo>
                  <a:pt x="2302290" y="0"/>
                </a:lnTo>
                <a:lnTo>
                  <a:pt x="2302290" y="2103126"/>
                </a:lnTo>
                <a:lnTo>
                  <a:pt x="0" y="2103126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8"/>
          <p:cNvPicPr preferRelativeResize="0"/>
          <p:nvPr/>
        </p:nvPicPr>
        <p:blipFill rotWithShape="1">
          <a:blip r:embed="rId2">
            <a:alphaModFix/>
          </a:blip>
          <a:srcRect b="0" l="5706" r="5708" t="0"/>
          <a:stretch/>
        </p:blipFill>
        <p:spPr>
          <a:xfrm>
            <a:off x="959644" y="1939529"/>
            <a:ext cx="1891904" cy="1201340"/>
          </a:xfrm>
          <a:custGeom>
            <a:rect b="b" l="l" r="r" t="t"/>
            <a:pathLst>
              <a:path extrusionOk="0" h="1601564" w="2522923">
                <a:moveTo>
                  <a:pt x="0" y="0"/>
                </a:moveTo>
                <a:lnTo>
                  <a:pt x="2522923" y="0"/>
                </a:lnTo>
                <a:lnTo>
                  <a:pt x="2522923" y="1601564"/>
                </a:lnTo>
                <a:lnTo>
                  <a:pt x="0" y="160156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8" name="Google Shape;38;p28"/>
          <p:cNvPicPr preferRelativeResize="0"/>
          <p:nvPr/>
        </p:nvPicPr>
        <p:blipFill rotWithShape="1">
          <a:blip r:embed="rId2">
            <a:alphaModFix/>
          </a:blip>
          <a:srcRect b="0" l="5679" r="5679" t="0"/>
          <a:stretch/>
        </p:blipFill>
        <p:spPr>
          <a:xfrm>
            <a:off x="2989660" y="1939529"/>
            <a:ext cx="1893094" cy="1201340"/>
          </a:xfrm>
          <a:custGeom>
            <a:rect b="b" l="l" r="r" t="t"/>
            <a:pathLst>
              <a:path extrusionOk="0" h="1601564" w="2522923">
                <a:moveTo>
                  <a:pt x="0" y="0"/>
                </a:moveTo>
                <a:lnTo>
                  <a:pt x="2522923" y="0"/>
                </a:lnTo>
                <a:lnTo>
                  <a:pt x="2522923" y="1601564"/>
                </a:lnTo>
                <a:lnTo>
                  <a:pt x="0" y="160156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9" name="Google Shape;39;p28"/>
          <p:cNvPicPr preferRelativeResize="0"/>
          <p:nvPr/>
        </p:nvPicPr>
        <p:blipFill rotWithShape="1">
          <a:blip r:embed="rId2">
            <a:alphaModFix/>
          </a:blip>
          <a:srcRect b="0" l="5706" r="5708" t="0"/>
          <a:stretch/>
        </p:blipFill>
        <p:spPr>
          <a:xfrm>
            <a:off x="959644" y="3306366"/>
            <a:ext cx="1891904" cy="1201340"/>
          </a:xfrm>
          <a:custGeom>
            <a:rect b="b" l="l" r="r" t="t"/>
            <a:pathLst>
              <a:path extrusionOk="0" h="1601564" w="2522923">
                <a:moveTo>
                  <a:pt x="0" y="0"/>
                </a:moveTo>
                <a:lnTo>
                  <a:pt x="2522923" y="0"/>
                </a:lnTo>
                <a:lnTo>
                  <a:pt x="2522923" y="1601564"/>
                </a:lnTo>
                <a:lnTo>
                  <a:pt x="0" y="160156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40" name="Google Shape;40;p28"/>
          <p:cNvPicPr preferRelativeResize="0"/>
          <p:nvPr/>
        </p:nvPicPr>
        <p:blipFill rotWithShape="1">
          <a:blip r:embed="rId2">
            <a:alphaModFix/>
          </a:blip>
          <a:srcRect b="0" l="5679" r="5679" t="0"/>
          <a:stretch/>
        </p:blipFill>
        <p:spPr>
          <a:xfrm>
            <a:off x="2989660" y="3306366"/>
            <a:ext cx="1893094" cy="1201340"/>
          </a:xfrm>
          <a:custGeom>
            <a:rect b="b" l="l" r="r" t="t"/>
            <a:pathLst>
              <a:path extrusionOk="0" h="1601564" w="2522923">
                <a:moveTo>
                  <a:pt x="0" y="0"/>
                </a:moveTo>
                <a:lnTo>
                  <a:pt x="2522923" y="0"/>
                </a:lnTo>
                <a:lnTo>
                  <a:pt x="2522923" y="1601564"/>
                </a:lnTo>
                <a:lnTo>
                  <a:pt x="0" y="1601564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solidFill>
          <a:schemeClr val="accen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9"/>
          <p:cNvPicPr preferRelativeResize="0"/>
          <p:nvPr/>
        </p:nvPicPr>
        <p:blipFill rotWithShape="1">
          <a:blip r:embed="rId2">
            <a:alphaModFix/>
          </a:blip>
          <a:srcRect b="0" l="28686" r="28684" t="0"/>
          <a:stretch/>
        </p:blipFill>
        <p:spPr>
          <a:xfrm>
            <a:off x="894160" y="2375297"/>
            <a:ext cx="1702594" cy="2246709"/>
          </a:xfrm>
          <a:custGeom>
            <a:rect b="b" l="l" r="r" t="t"/>
            <a:pathLst>
              <a:path extrusionOk="0" h="2904006" w="2304661">
                <a:moveTo>
                  <a:pt x="0" y="0"/>
                </a:moveTo>
                <a:lnTo>
                  <a:pt x="2304661" y="0"/>
                </a:lnTo>
                <a:lnTo>
                  <a:pt x="2304661" y="2904006"/>
                </a:lnTo>
                <a:lnTo>
                  <a:pt x="0" y="2904006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0"/>
          <p:cNvPicPr preferRelativeResize="0"/>
          <p:nvPr/>
        </p:nvPicPr>
        <p:blipFill rotWithShape="1">
          <a:blip r:embed="rId2">
            <a:alphaModFix/>
          </a:blip>
          <a:srcRect b="0" l="21894" r="21894" t="0"/>
          <a:stretch/>
        </p:blipFill>
        <p:spPr>
          <a:xfrm>
            <a:off x="2081213" y="1669256"/>
            <a:ext cx="1803797" cy="1804988"/>
          </a:xfrm>
          <a:custGeom>
            <a:rect b="b" l="l" r="r" t="t"/>
            <a:pathLst>
              <a:path extrusionOk="0" h="2405080" w="2405084">
                <a:moveTo>
                  <a:pt x="1202542" y="0"/>
                </a:moveTo>
                <a:cubicBezTo>
                  <a:pt x="1866688" y="0"/>
                  <a:pt x="2405084" y="538395"/>
                  <a:pt x="2405084" y="1202540"/>
                </a:cubicBezTo>
                <a:cubicBezTo>
                  <a:pt x="2405084" y="1866685"/>
                  <a:pt x="1866688" y="2405080"/>
                  <a:pt x="1202542" y="2405080"/>
                </a:cubicBezTo>
                <a:cubicBezTo>
                  <a:pt x="538396" y="2405080"/>
                  <a:pt x="0" y="1866685"/>
                  <a:pt x="0" y="1202540"/>
                </a:cubicBezTo>
                <a:cubicBezTo>
                  <a:pt x="0" y="538395"/>
                  <a:pt x="538396" y="0"/>
                  <a:pt x="1202542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bg>
      <p:bgPr>
        <a:solidFill>
          <a:schemeClr val="dk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31"/>
          <p:cNvCxnSpPr/>
          <p:nvPr/>
        </p:nvCxnSpPr>
        <p:spPr>
          <a:xfrm>
            <a:off x="515983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" name="Google Shape;47;p31"/>
          <p:cNvCxnSpPr/>
          <p:nvPr/>
        </p:nvCxnSpPr>
        <p:spPr>
          <a:xfrm>
            <a:off x="8628017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" name="Google Shape;48;p31"/>
          <p:cNvCxnSpPr/>
          <p:nvPr/>
        </p:nvCxnSpPr>
        <p:spPr>
          <a:xfrm>
            <a:off x="8897439" y="2123954"/>
            <a:ext cx="0" cy="895591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31"/>
          <p:cNvSpPr txBox="1"/>
          <p:nvPr/>
        </p:nvSpPr>
        <p:spPr>
          <a:xfrm flipH="1">
            <a:off x="8651694" y="1736834"/>
            <a:ext cx="491490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1" lang="en" sz="8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1" i="1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" name="Google Shape;50;p31"/>
          <p:cNvSpPr txBox="1"/>
          <p:nvPr/>
        </p:nvSpPr>
        <p:spPr>
          <a:xfrm flipH="1">
            <a:off x="8651784" y="3210457"/>
            <a:ext cx="49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 showMasterSp="0">
  <p:cSld name="11_Custom Layout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33"/>
          <p:cNvCxnSpPr/>
          <p:nvPr/>
        </p:nvCxnSpPr>
        <p:spPr>
          <a:xfrm>
            <a:off x="515983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" name="Google Shape;54;p33"/>
          <p:cNvCxnSpPr/>
          <p:nvPr/>
        </p:nvCxnSpPr>
        <p:spPr>
          <a:xfrm>
            <a:off x="8628017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" name="Google Shape;55;p33"/>
          <p:cNvCxnSpPr/>
          <p:nvPr/>
        </p:nvCxnSpPr>
        <p:spPr>
          <a:xfrm>
            <a:off x="8897439" y="2123954"/>
            <a:ext cx="0" cy="895591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" name="Google Shape;56;p33"/>
          <p:cNvSpPr txBox="1"/>
          <p:nvPr/>
        </p:nvSpPr>
        <p:spPr>
          <a:xfrm flipH="1">
            <a:off x="8651694" y="1736834"/>
            <a:ext cx="491490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1" lang="en" sz="8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1" i="1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33"/>
          <p:cNvSpPr txBox="1"/>
          <p:nvPr/>
        </p:nvSpPr>
        <p:spPr>
          <a:xfrm flipH="1">
            <a:off x="8651784" y="3210457"/>
            <a:ext cx="49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33"/>
          <p:cNvPicPr preferRelativeResize="0"/>
          <p:nvPr/>
        </p:nvPicPr>
        <p:blipFill rotWithShape="1">
          <a:blip r:embed="rId2">
            <a:alphaModFix/>
          </a:blip>
          <a:srcRect b="0" l="32923" r="32922" t="0"/>
          <a:stretch/>
        </p:blipFill>
        <p:spPr>
          <a:xfrm>
            <a:off x="3951685" y="856060"/>
            <a:ext cx="2053828" cy="3382565"/>
          </a:xfrm>
          <a:custGeom>
            <a:rect b="b" l="l" r="r" t="t"/>
            <a:pathLst>
              <a:path extrusionOk="0" h="4508990" w="2532483">
                <a:moveTo>
                  <a:pt x="0" y="0"/>
                </a:moveTo>
                <a:lnTo>
                  <a:pt x="2532483" y="0"/>
                </a:lnTo>
                <a:lnTo>
                  <a:pt x="2532483" y="4508990"/>
                </a:lnTo>
                <a:lnTo>
                  <a:pt x="0" y="450899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solidFill>
          <a:schemeClr val="accen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 showMasterSp="0">
  <p:cSld name="12_Custom Layout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35"/>
          <p:cNvCxnSpPr/>
          <p:nvPr/>
        </p:nvCxnSpPr>
        <p:spPr>
          <a:xfrm>
            <a:off x="515983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" name="Google Shape;62;p35"/>
          <p:cNvCxnSpPr/>
          <p:nvPr/>
        </p:nvCxnSpPr>
        <p:spPr>
          <a:xfrm>
            <a:off x="8628017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" name="Google Shape;63;p35"/>
          <p:cNvCxnSpPr/>
          <p:nvPr/>
        </p:nvCxnSpPr>
        <p:spPr>
          <a:xfrm>
            <a:off x="8897439" y="2123954"/>
            <a:ext cx="0" cy="895591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35"/>
          <p:cNvSpPr txBox="1"/>
          <p:nvPr/>
        </p:nvSpPr>
        <p:spPr>
          <a:xfrm flipH="1">
            <a:off x="8651694" y="1736834"/>
            <a:ext cx="491490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1" lang="en" sz="8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1" i="1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" name="Google Shape;65;p35"/>
          <p:cNvSpPr txBox="1"/>
          <p:nvPr/>
        </p:nvSpPr>
        <p:spPr>
          <a:xfrm flipH="1">
            <a:off x="8651784" y="3210457"/>
            <a:ext cx="49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35"/>
          <p:cNvPicPr preferRelativeResize="0"/>
          <p:nvPr/>
        </p:nvPicPr>
        <p:blipFill rotWithShape="1">
          <a:blip r:embed="rId2">
            <a:alphaModFix/>
          </a:blip>
          <a:srcRect b="0" l="25255" r="25256" t="0"/>
          <a:stretch/>
        </p:blipFill>
        <p:spPr>
          <a:xfrm>
            <a:off x="1026319" y="947738"/>
            <a:ext cx="2822972" cy="3208735"/>
          </a:xfrm>
          <a:custGeom>
            <a:rect b="b" l="l" r="r" t="t"/>
            <a:pathLst>
              <a:path extrusionOk="0" h="4279442" w="3764840">
                <a:moveTo>
                  <a:pt x="0" y="0"/>
                </a:moveTo>
                <a:lnTo>
                  <a:pt x="3764840" y="0"/>
                </a:lnTo>
                <a:lnTo>
                  <a:pt x="3764840" y="4279442"/>
                </a:lnTo>
                <a:lnTo>
                  <a:pt x="0" y="4279442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 showMasterSp="0">
  <p:cSld name="13_Custom Layout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36"/>
          <p:cNvCxnSpPr/>
          <p:nvPr/>
        </p:nvCxnSpPr>
        <p:spPr>
          <a:xfrm>
            <a:off x="515983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" name="Google Shape;69;p36"/>
          <p:cNvCxnSpPr/>
          <p:nvPr/>
        </p:nvCxnSpPr>
        <p:spPr>
          <a:xfrm>
            <a:off x="8628017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" name="Google Shape;70;p36"/>
          <p:cNvCxnSpPr/>
          <p:nvPr/>
        </p:nvCxnSpPr>
        <p:spPr>
          <a:xfrm>
            <a:off x="8897439" y="2123954"/>
            <a:ext cx="0" cy="895591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36"/>
          <p:cNvSpPr txBox="1"/>
          <p:nvPr/>
        </p:nvSpPr>
        <p:spPr>
          <a:xfrm flipH="1">
            <a:off x="8651694" y="1736834"/>
            <a:ext cx="491490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1" lang="en" sz="8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1" i="1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2" name="Google Shape;72;p36"/>
          <p:cNvSpPr txBox="1"/>
          <p:nvPr/>
        </p:nvSpPr>
        <p:spPr>
          <a:xfrm flipH="1">
            <a:off x="8651784" y="3210457"/>
            <a:ext cx="49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36"/>
          <p:cNvPicPr preferRelativeResize="0"/>
          <p:nvPr/>
        </p:nvPicPr>
        <p:blipFill rotWithShape="1">
          <a:blip r:embed="rId2">
            <a:alphaModFix/>
          </a:blip>
          <a:srcRect b="0" l="1420" r="1418" t="0"/>
          <a:stretch/>
        </p:blipFill>
        <p:spPr>
          <a:xfrm>
            <a:off x="982266" y="2353866"/>
            <a:ext cx="3393281" cy="1964531"/>
          </a:xfrm>
          <a:custGeom>
            <a:rect b="b" l="l" r="r" t="t"/>
            <a:pathLst>
              <a:path extrusionOk="0" h="2620545" w="4524967">
                <a:moveTo>
                  <a:pt x="0" y="0"/>
                </a:moveTo>
                <a:lnTo>
                  <a:pt x="4524967" y="0"/>
                </a:lnTo>
                <a:lnTo>
                  <a:pt x="4524967" y="2620545"/>
                </a:lnTo>
                <a:lnTo>
                  <a:pt x="0" y="2620545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21"/>
          <p:cNvCxnSpPr/>
          <p:nvPr/>
        </p:nvCxnSpPr>
        <p:spPr>
          <a:xfrm>
            <a:off x="515983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" name="Google Shape;7;p21"/>
          <p:cNvCxnSpPr/>
          <p:nvPr/>
        </p:nvCxnSpPr>
        <p:spPr>
          <a:xfrm>
            <a:off x="8628017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" name="Google Shape;8;p21"/>
          <p:cNvCxnSpPr/>
          <p:nvPr/>
        </p:nvCxnSpPr>
        <p:spPr>
          <a:xfrm>
            <a:off x="8897439" y="2123954"/>
            <a:ext cx="0" cy="895591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" name="Google Shape;9;p21"/>
          <p:cNvSpPr txBox="1"/>
          <p:nvPr/>
        </p:nvSpPr>
        <p:spPr>
          <a:xfrm flipH="1">
            <a:off x="8651694" y="1736834"/>
            <a:ext cx="491490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1" lang="en" sz="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1" i="1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" name="Google Shape;10;p21"/>
          <p:cNvSpPr txBox="1"/>
          <p:nvPr/>
        </p:nvSpPr>
        <p:spPr>
          <a:xfrm flipH="1">
            <a:off x="8651784" y="3210457"/>
            <a:ext cx="49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0.jpg"/><Relationship Id="rId5" Type="http://schemas.openxmlformats.org/officeDocument/2006/relationships/image" Target="../media/image15.jp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6.jpg"/><Relationship Id="rId5" Type="http://schemas.openxmlformats.org/officeDocument/2006/relationships/image" Target="../media/image12.jpg"/><Relationship Id="rId6" Type="http://schemas.openxmlformats.org/officeDocument/2006/relationships/image" Target="../media/image9.jp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3.jp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"/>
          <p:cNvCxnSpPr/>
          <p:nvPr/>
        </p:nvCxnSpPr>
        <p:spPr>
          <a:xfrm>
            <a:off x="515983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" name="Google Shape;79;p1"/>
          <p:cNvCxnSpPr/>
          <p:nvPr/>
        </p:nvCxnSpPr>
        <p:spPr>
          <a:xfrm>
            <a:off x="8628017" y="0"/>
            <a:ext cx="0" cy="51435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0" name="Google Shape;80;p1"/>
          <p:cNvCxnSpPr/>
          <p:nvPr/>
        </p:nvCxnSpPr>
        <p:spPr>
          <a:xfrm>
            <a:off x="8897439" y="2123954"/>
            <a:ext cx="0" cy="895591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1"/>
          <p:cNvSpPr txBox="1"/>
          <p:nvPr/>
        </p:nvSpPr>
        <p:spPr>
          <a:xfrm flipH="1">
            <a:off x="8651694" y="1736834"/>
            <a:ext cx="491490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1" lang="en" sz="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b="1" i="1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2" name="Google Shape;82;p1"/>
          <p:cNvSpPr txBox="1"/>
          <p:nvPr/>
        </p:nvSpPr>
        <p:spPr>
          <a:xfrm flipH="1">
            <a:off x="8651784" y="3210457"/>
            <a:ext cx="491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916025" y="2491950"/>
            <a:ext cx="2931900" cy="914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6150" y="1551875"/>
            <a:ext cx="2931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Plus Jakarta Sans"/>
              <a:buNone/>
            </a:pPr>
            <a:r>
              <a:rPr b="1" lang="en" sz="5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 </a:t>
            </a:r>
            <a:endParaRPr b="1" i="0" sz="5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242066" y="2537225"/>
            <a:ext cx="2198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Plus Jakarta Sans"/>
              <a:buNone/>
            </a:pPr>
            <a:r>
              <a:rPr b="1" lang="en" sz="5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Başlığı</a:t>
            </a:r>
            <a:endParaRPr b="1" i="0" sz="5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5263492" y="1032057"/>
            <a:ext cx="484748" cy="484748"/>
            <a:chOff x="7958546" y="1654629"/>
            <a:chExt cx="1074981" cy="1074981"/>
          </a:xfrm>
        </p:grpSpPr>
        <p:sp>
          <p:nvSpPr>
            <p:cNvPr id="88" name="Google Shape;88;p1"/>
            <p:cNvSpPr/>
            <p:nvPr/>
          </p:nvSpPr>
          <p:spPr>
            <a:xfrm>
              <a:off x="7958546" y="1654629"/>
              <a:ext cx="1074981" cy="1074981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8248193" y="1945707"/>
              <a:ext cx="495689" cy="492822"/>
            </a:xfrm>
            <a:custGeom>
              <a:rect b="b" l="l" r="r" t="t"/>
              <a:pathLst>
                <a:path extrusionOk="0" h="82" w="82">
                  <a:moveTo>
                    <a:pt x="21" y="0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0" y="76"/>
                    <a:pt x="0" y="79"/>
                    <a:pt x="2" y="80"/>
                  </a:cubicBezTo>
                  <a:cubicBezTo>
                    <a:pt x="2" y="81"/>
                    <a:pt x="3" y="82"/>
                    <a:pt x="4" y="82"/>
                  </a:cubicBezTo>
                  <a:cubicBezTo>
                    <a:pt x="5" y="82"/>
                    <a:pt x="7" y="81"/>
                    <a:pt x="7" y="80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61"/>
                    <a:pt x="74" y="61"/>
                    <a:pt x="74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82" y="0"/>
                    <a:pt x="82" y="0"/>
                    <a:pt x="82" y="0"/>
                  </a:cubicBezTo>
                  <a:lnTo>
                    <a:pt x="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913940" y="336715"/>
            <a:ext cx="455345" cy="99854"/>
            <a:chOff x="8637783" y="6138044"/>
            <a:chExt cx="642008" cy="140789"/>
          </a:xfrm>
        </p:grpSpPr>
        <p:sp>
          <p:nvSpPr>
            <p:cNvPr id="91" name="Google Shape;91;p1"/>
            <p:cNvSpPr/>
            <p:nvPr/>
          </p:nvSpPr>
          <p:spPr>
            <a:xfrm>
              <a:off x="8637783" y="6138055"/>
              <a:ext cx="140778" cy="140778"/>
            </a:xfrm>
            <a:prstGeom prst="ellipse">
              <a:avLst/>
            </a:prstGeom>
            <a:solidFill>
              <a:schemeClr val="dk1">
                <a:alpha val="20000"/>
              </a:schemeClr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8888398" y="6138044"/>
              <a:ext cx="140778" cy="14077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9139013" y="6138055"/>
              <a:ext cx="140778" cy="140778"/>
            </a:xfrm>
            <a:prstGeom prst="ellipse">
              <a:avLst/>
            </a:prstGeom>
            <a:solidFill>
              <a:schemeClr val="dk1">
                <a:alpha val="20000"/>
              </a:schemeClr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3740400" y="4228375"/>
            <a:ext cx="43899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None/>
            </a:pPr>
            <a:r>
              <a:rPr b="1"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 Başvurusunda Bulunan Ekip (Marka Adı)</a:t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None/>
            </a:pPr>
            <a:r>
              <a:rPr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Ekip Üyeleri Ad ve Soyadı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940258" y="4259711"/>
            <a:ext cx="337391" cy="336116"/>
            <a:chOff x="238524" y="2534705"/>
            <a:chExt cx="2693063" cy="2682885"/>
          </a:xfrm>
        </p:grpSpPr>
        <p:sp>
          <p:nvSpPr>
            <p:cNvPr id="96" name="Google Shape;96;p1"/>
            <p:cNvSpPr/>
            <p:nvPr/>
          </p:nvSpPr>
          <p:spPr>
            <a:xfrm>
              <a:off x="1142997" y="3429000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2037292" y="2534705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238524" y="2534705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037292" y="4323295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238524" y="4323295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sp>
        <p:nvSpPr>
          <p:cNvPr id="101" name="Google Shape;101;p1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Konya - 2026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295502" y="2333076"/>
            <a:ext cx="1145601" cy="47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1784" y="200480"/>
            <a:ext cx="2147899" cy="214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2"/>
          <p:cNvCxnSpPr/>
          <p:nvPr/>
        </p:nvCxnSpPr>
        <p:spPr>
          <a:xfrm>
            <a:off x="1146590" y="1879373"/>
            <a:ext cx="172896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9" name="Google Shape;109;p2"/>
          <p:cNvGrpSpPr/>
          <p:nvPr/>
        </p:nvGrpSpPr>
        <p:grpSpPr>
          <a:xfrm>
            <a:off x="931442" y="727529"/>
            <a:ext cx="2159198" cy="1067900"/>
            <a:chOff x="4494836" y="1270609"/>
            <a:chExt cx="2878931" cy="1423867"/>
          </a:xfrm>
        </p:grpSpPr>
        <p:grpSp>
          <p:nvGrpSpPr>
            <p:cNvPr id="110" name="Google Shape;110;p2"/>
            <p:cNvGrpSpPr/>
            <p:nvPr/>
          </p:nvGrpSpPr>
          <p:grpSpPr>
            <a:xfrm>
              <a:off x="5068567" y="1270609"/>
              <a:ext cx="2305200" cy="1423867"/>
              <a:chOff x="5068567" y="1270609"/>
              <a:chExt cx="2305200" cy="1423867"/>
            </a:xfrm>
          </p:grpSpPr>
          <p:sp>
            <p:nvSpPr>
              <p:cNvPr id="111" name="Google Shape;111;p2"/>
              <p:cNvSpPr txBox="1"/>
              <p:nvPr/>
            </p:nvSpPr>
            <p:spPr>
              <a:xfrm>
                <a:off x="5068567" y="2177276"/>
                <a:ext cx="2305200" cy="51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 proje nedir ve neden yapılmaya değerdir?</a:t>
                </a:r>
                <a:endParaRPr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12" name="Google Shape;112;p2"/>
              <p:cNvSpPr txBox="1"/>
              <p:nvPr/>
            </p:nvSpPr>
            <p:spPr>
              <a:xfrm>
                <a:off x="5068567" y="1575971"/>
                <a:ext cx="18645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PROJE TANIMI VE</a:t>
                </a:r>
                <a:endParaRPr sz="12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DEĞER ÖNERİSİ</a:t>
                </a:r>
                <a:endParaRPr sz="12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13" name="Google Shape;113;p2"/>
              <p:cNvSpPr txBox="1"/>
              <p:nvPr/>
            </p:nvSpPr>
            <p:spPr>
              <a:xfrm>
                <a:off x="5068567" y="1270609"/>
                <a:ext cx="23052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i="1" lang="en" sz="900">
                    <a:solidFill>
                      <a:srgbClr val="B7B7B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3-4 Dakika / 2-3 Slayt</a:t>
                </a:r>
                <a:endParaRPr b="0" i="1" sz="900" u="none" cap="none" strike="noStrike">
                  <a:solidFill>
                    <a:srgbClr val="B7B7B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14" name="Google Shape;114;p2"/>
            <p:cNvGrpSpPr/>
            <p:nvPr/>
          </p:nvGrpSpPr>
          <p:grpSpPr>
            <a:xfrm>
              <a:off x="4494836" y="1602479"/>
              <a:ext cx="468633" cy="458284"/>
              <a:chOff x="4471976" y="1596717"/>
              <a:chExt cx="468633" cy="458284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4477150" y="1596717"/>
                <a:ext cx="458284" cy="4582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16" name="Google Shape;116;p2"/>
              <p:cNvSpPr txBox="1"/>
              <p:nvPr/>
            </p:nvSpPr>
            <p:spPr>
              <a:xfrm>
                <a:off x="4471976" y="1671971"/>
                <a:ext cx="46863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" sz="1100" u="none" cap="none" strike="noStrike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01</a:t>
                </a:r>
                <a:endParaRPr b="0" i="0" sz="11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117" name="Google Shape;117;p2"/>
          <p:cNvGrpSpPr/>
          <p:nvPr/>
        </p:nvGrpSpPr>
        <p:grpSpPr>
          <a:xfrm>
            <a:off x="931442" y="2033104"/>
            <a:ext cx="2286784" cy="1049096"/>
            <a:chOff x="4494836" y="1295669"/>
            <a:chExt cx="3049045" cy="1398795"/>
          </a:xfrm>
        </p:grpSpPr>
        <p:grpSp>
          <p:nvGrpSpPr>
            <p:cNvPr id="118" name="Google Shape;118;p2"/>
            <p:cNvGrpSpPr/>
            <p:nvPr/>
          </p:nvGrpSpPr>
          <p:grpSpPr>
            <a:xfrm>
              <a:off x="5068567" y="1295669"/>
              <a:ext cx="2475314" cy="1398795"/>
              <a:chOff x="5068567" y="1295669"/>
              <a:chExt cx="2475314" cy="1398795"/>
            </a:xfrm>
          </p:grpSpPr>
          <p:sp>
            <p:nvSpPr>
              <p:cNvPr id="119" name="Google Shape;119;p2"/>
              <p:cNvSpPr txBox="1"/>
              <p:nvPr/>
            </p:nvSpPr>
            <p:spPr>
              <a:xfrm>
                <a:off x="5068581" y="2177264"/>
                <a:ext cx="2475300" cy="51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 proje hangi somut ihtiyaca,</a:t>
                </a:r>
                <a:endParaRPr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kim için karşılık geliyor?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20" name="Google Shape;120;p2"/>
              <p:cNvSpPr txBox="1"/>
              <p:nvPr/>
            </p:nvSpPr>
            <p:spPr>
              <a:xfrm>
                <a:off x="5068567" y="1545355"/>
                <a:ext cx="23052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PROBLEM-İHTİYAÇ</a:t>
                </a:r>
                <a:endParaRPr sz="12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VE HEDEF KİTLE</a:t>
                </a:r>
                <a:endParaRPr sz="12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21" name="Google Shape;121;p2"/>
              <p:cNvSpPr txBox="1"/>
              <p:nvPr/>
            </p:nvSpPr>
            <p:spPr>
              <a:xfrm>
                <a:off x="5068567" y="1295669"/>
                <a:ext cx="23052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i="1" lang="en" sz="900">
                    <a:solidFill>
                      <a:srgbClr val="B7B7B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2-3 Dakika / 1 Slayt</a:t>
                </a:r>
                <a:endParaRPr b="0" i="1" sz="900" u="none" cap="none" strike="noStrike">
                  <a:solidFill>
                    <a:srgbClr val="B7B7B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22" name="Google Shape;122;p2"/>
            <p:cNvGrpSpPr/>
            <p:nvPr/>
          </p:nvGrpSpPr>
          <p:grpSpPr>
            <a:xfrm>
              <a:off x="4494836" y="1602479"/>
              <a:ext cx="468633" cy="458284"/>
              <a:chOff x="4471976" y="1596717"/>
              <a:chExt cx="468633" cy="458284"/>
            </a:xfrm>
          </p:grpSpPr>
          <p:sp>
            <p:nvSpPr>
              <p:cNvPr id="123" name="Google Shape;123;p2"/>
              <p:cNvSpPr/>
              <p:nvPr/>
            </p:nvSpPr>
            <p:spPr>
              <a:xfrm>
                <a:off x="4477150" y="1596717"/>
                <a:ext cx="458284" cy="458284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24" name="Google Shape;124;p2"/>
              <p:cNvSpPr txBox="1"/>
              <p:nvPr/>
            </p:nvSpPr>
            <p:spPr>
              <a:xfrm>
                <a:off x="4471976" y="1671971"/>
                <a:ext cx="46863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" sz="1100" u="none" cap="none" strike="noStrike">
                    <a:solidFill>
                      <a:schemeClr val="l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02</a:t>
                </a:r>
                <a:endParaRPr b="0" i="0" sz="1100" u="none" cap="none" strike="noStrike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cxnSp>
        <p:nvCxnSpPr>
          <p:cNvPr id="125" name="Google Shape;125;p2"/>
          <p:cNvCxnSpPr/>
          <p:nvPr/>
        </p:nvCxnSpPr>
        <p:spPr>
          <a:xfrm>
            <a:off x="1146590" y="3166153"/>
            <a:ext cx="172896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6" name="Google Shape;126;p2"/>
          <p:cNvGrpSpPr/>
          <p:nvPr/>
        </p:nvGrpSpPr>
        <p:grpSpPr>
          <a:xfrm>
            <a:off x="931442" y="3356995"/>
            <a:ext cx="2159198" cy="1088195"/>
            <a:chOff x="4494836" y="1345150"/>
            <a:chExt cx="2878931" cy="1450926"/>
          </a:xfrm>
        </p:grpSpPr>
        <p:grpSp>
          <p:nvGrpSpPr>
            <p:cNvPr id="127" name="Google Shape;127;p2"/>
            <p:cNvGrpSpPr/>
            <p:nvPr/>
          </p:nvGrpSpPr>
          <p:grpSpPr>
            <a:xfrm>
              <a:off x="5068567" y="1345150"/>
              <a:ext cx="2305200" cy="1450926"/>
              <a:chOff x="5068567" y="1345150"/>
              <a:chExt cx="2305200" cy="1450926"/>
            </a:xfrm>
          </p:grpSpPr>
          <p:sp>
            <p:nvSpPr>
              <p:cNvPr id="128" name="Google Shape;128;p2"/>
              <p:cNvSpPr txBox="1"/>
              <p:nvPr/>
            </p:nvSpPr>
            <p:spPr>
              <a:xfrm>
                <a:off x="5068567" y="2278876"/>
                <a:ext cx="2305200" cy="51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Bugün neredesiniz ve bu noktaya nasıl geldiniz?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29" name="Google Shape;129;p2"/>
              <p:cNvSpPr txBox="1"/>
              <p:nvPr/>
            </p:nvSpPr>
            <p:spPr>
              <a:xfrm>
                <a:off x="5068567" y="1646955"/>
                <a:ext cx="23052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MEVCUT AŞAMA VE İLERLEME </a:t>
                </a:r>
                <a:endParaRPr b="0" i="0" sz="12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30" name="Google Shape;130;p2"/>
              <p:cNvSpPr txBox="1"/>
              <p:nvPr/>
            </p:nvSpPr>
            <p:spPr>
              <a:xfrm>
                <a:off x="5068567" y="1345150"/>
                <a:ext cx="23052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i="1" lang="en" sz="900">
                    <a:solidFill>
                      <a:srgbClr val="99999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1-2 Dakika / 1 Slayt</a:t>
                </a:r>
                <a:endParaRPr i="1" sz="900">
                  <a:solidFill>
                    <a:srgbClr val="99999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31" name="Google Shape;131;p2"/>
            <p:cNvGrpSpPr/>
            <p:nvPr/>
          </p:nvGrpSpPr>
          <p:grpSpPr>
            <a:xfrm>
              <a:off x="4494836" y="1602479"/>
              <a:ext cx="468633" cy="458284"/>
              <a:chOff x="4471976" y="1596717"/>
              <a:chExt cx="468633" cy="458284"/>
            </a:xfrm>
          </p:grpSpPr>
          <p:sp>
            <p:nvSpPr>
              <p:cNvPr id="132" name="Google Shape;132;p2"/>
              <p:cNvSpPr/>
              <p:nvPr/>
            </p:nvSpPr>
            <p:spPr>
              <a:xfrm>
                <a:off x="4477150" y="1596717"/>
                <a:ext cx="458284" cy="4582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33" name="Google Shape;133;p2"/>
              <p:cNvSpPr txBox="1"/>
              <p:nvPr/>
            </p:nvSpPr>
            <p:spPr>
              <a:xfrm>
                <a:off x="4471976" y="1671971"/>
                <a:ext cx="46863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" sz="1100" u="none" cap="none" strike="noStrike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03</a:t>
                </a:r>
                <a:endParaRPr b="0" i="0" sz="11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cxnSp>
        <p:nvCxnSpPr>
          <p:cNvPr id="134" name="Google Shape;134;p2"/>
          <p:cNvCxnSpPr/>
          <p:nvPr/>
        </p:nvCxnSpPr>
        <p:spPr>
          <a:xfrm>
            <a:off x="3783110" y="1879373"/>
            <a:ext cx="172896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5" name="Google Shape;135;p2"/>
          <p:cNvGrpSpPr/>
          <p:nvPr/>
        </p:nvGrpSpPr>
        <p:grpSpPr>
          <a:xfrm>
            <a:off x="3218310" y="746324"/>
            <a:ext cx="2358323" cy="1049105"/>
            <a:chOff x="4494836" y="1295669"/>
            <a:chExt cx="3144431" cy="1398807"/>
          </a:xfrm>
        </p:grpSpPr>
        <p:grpSp>
          <p:nvGrpSpPr>
            <p:cNvPr id="136" name="Google Shape;136;p2"/>
            <p:cNvGrpSpPr/>
            <p:nvPr/>
          </p:nvGrpSpPr>
          <p:grpSpPr>
            <a:xfrm>
              <a:off x="5068567" y="1295669"/>
              <a:ext cx="2570700" cy="1398807"/>
              <a:chOff x="5068567" y="1295669"/>
              <a:chExt cx="2570700" cy="1398807"/>
            </a:xfrm>
          </p:grpSpPr>
          <p:sp>
            <p:nvSpPr>
              <p:cNvPr id="137" name="Google Shape;137;p2"/>
              <p:cNvSpPr txBox="1"/>
              <p:nvPr/>
            </p:nvSpPr>
            <p:spPr>
              <a:xfrm>
                <a:off x="5068567" y="2177276"/>
                <a:ext cx="2305200" cy="51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Divizyon’dan hangi desteği, neden talep ediyorsunuz?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38" name="Google Shape;138;p2"/>
              <p:cNvSpPr txBox="1"/>
              <p:nvPr/>
            </p:nvSpPr>
            <p:spPr>
              <a:xfrm>
                <a:off x="5068567" y="1560663"/>
                <a:ext cx="25707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TALEP EDİLEN DESTEKLER</a:t>
                </a:r>
                <a:endParaRPr b="0" i="0" sz="12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39" name="Google Shape;139;p2"/>
              <p:cNvSpPr txBox="1"/>
              <p:nvPr/>
            </p:nvSpPr>
            <p:spPr>
              <a:xfrm>
                <a:off x="5068567" y="1295669"/>
                <a:ext cx="23052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900"/>
                  <a:buFont typeface="Arial"/>
                  <a:buNone/>
                </a:pPr>
                <a:r>
                  <a:rPr i="1" lang="en" sz="900">
                    <a:solidFill>
                      <a:srgbClr val="B7B7B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3-4 </a:t>
                </a:r>
                <a:r>
                  <a:rPr i="1" lang="en" sz="900">
                    <a:solidFill>
                      <a:srgbClr val="B7B7B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Dakika / 2-3 Slayt</a:t>
                </a:r>
                <a:endParaRPr i="1"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40" name="Google Shape;140;p2"/>
            <p:cNvGrpSpPr/>
            <p:nvPr/>
          </p:nvGrpSpPr>
          <p:grpSpPr>
            <a:xfrm>
              <a:off x="4494836" y="1602479"/>
              <a:ext cx="468633" cy="458284"/>
              <a:chOff x="4471976" y="1596717"/>
              <a:chExt cx="468633" cy="458284"/>
            </a:xfrm>
          </p:grpSpPr>
          <p:sp>
            <p:nvSpPr>
              <p:cNvPr id="141" name="Google Shape;141;p2"/>
              <p:cNvSpPr/>
              <p:nvPr/>
            </p:nvSpPr>
            <p:spPr>
              <a:xfrm>
                <a:off x="4477150" y="1596717"/>
                <a:ext cx="458284" cy="458284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42" name="Google Shape;142;p2"/>
              <p:cNvSpPr txBox="1"/>
              <p:nvPr/>
            </p:nvSpPr>
            <p:spPr>
              <a:xfrm>
                <a:off x="4471976" y="1671971"/>
                <a:ext cx="46863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" sz="1100" u="none" cap="none" strike="noStrike">
                    <a:solidFill>
                      <a:schemeClr val="l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04</a:t>
                </a:r>
                <a:endParaRPr b="0" i="0" sz="1100" u="none" cap="none" strike="noStrike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143" name="Google Shape;143;p2"/>
          <p:cNvGrpSpPr/>
          <p:nvPr/>
        </p:nvGrpSpPr>
        <p:grpSpPr>
          <a:xfrm>
            <a:off x="3218310" y="2037271"/>
            <a:ext cx="2159198" cy="1044938"/>
            <a:chOff x="4494836" y="1301225"/>
            <a:chExt cx="2878931" cy="1393251"/>
          </a:xfrm>
        </p:grpSpPr>
        <p:grpSp>
          <p:nvGrpSpPr>
            <p:cNvPr id="144" name="Google Shape;144;p2"/>
            <p:cNvGrpSpPr/>
            <p:nvPr/>
          </p:nvGrpSpPr>
          <p:grpSpPr>
            <a:xfrm>
              <a:off x="5068567" y="1301225"/>
              <a:ext cx="2305200" cy="1393251"/>
              <a:chOff x="5068567" y="1301225"/>
              <a:chExt cx="2305200" cy="1393251"/>
            </a:xfrm>
          </p:grpSpPr>
          <p:sp>
            <p:nvSpPr>
              <p:cNvPr id="145" name="Google Shape;145;p2"/>
              <p:cNvSpPr txBox="1"/>
              <p:nvPr/>
            </p:nvSpPr>
            <p:spPr>
              <a:xfrm>
                <a:off x="5068567" y="2177276"/>
                <a:ext cx="2305200" cy="51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Talep edilen  destekler olmazsa proje nerede durur?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46" name="Google Shape;146;p2"/>
              <p:cNvSpPr txBox="1"/>
              <p:nvPr/>
            </p:nvSpPr>
            <p:spPr>
              <a:xfrm>
                <a:off x="5068567" y="1545355"/>
                <a:ext cx="18645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KRİTİK GEREKÇELER</a:t>
                </a:r>
                <a:endParaRPr b="0" i="0" sz="12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47" name="Google Shape;147;p2"/>
              <p:cNvSpPr txBox="1"/>
              <p:nvPr/>
            </p:nvSpPr>
            <p:spPr>
              <a:xfrm>
                <a:off x="5068567" y="1301225"/>
                <a:ext cx="23052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900"/>
                  <a:buFont typeface="Arial"/>
                  <a:buNone/>
                </a:pPr>
                <a:r>
                  <a:rPr i="1" lang="en" sz="900">
                    <a:solidFill>
                      <a:srgbClr val="B7B7B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1-2</a:t>
                </a:r>
                <a:r>
                  <a:rPr i="1" lang="en" sz="900">
                    <a:solidFill>
                      <a:srgbClr val="B7B7B7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 Dakika / 1 Slayt</a:t>
                </a:r>
                <a:endParaRPr i="1"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48" name="Google Shape;148;p2"/>
            <p:cNvGrpSpPr/>
            <p:nvPr/>
          </p:nvGrpSpPr>
          <p:grpSpPr>
            <a:xfrm>
              <a:off x="4494836" y="1602479"/>
              <a:ext cx="468633" cy="458284"/>
              <a:chOff x="4471976" y="1596717"/>
              <a:chExt cx="468633" cy="458284"/>
            </a:xfrm>
          </p:grpSpPr>
          <p:sp>
            <p:nvSpPr>
              <p:cNvPr id="149" name="Google Shape;149;p2"/>
              <p:cNvSpPr/>
              <p:nvPr/>
            </p:nvSpPr>
            <p:spPr>
              <a:xfrm>
                <a:off x="4477150" y="1596717"/>
                <a:ext cx="458284" cy="45828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50" name="Google Shape;150;p2"/>
              <p:cNvSpPr txBox="1"/>
              <p:nvPr/>
            </p:nvSpPr>
            <p:spPr>
              <a:xfrm>
                <a:off x="4471976" y="1671971"/>
                <a:ext cx="46863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" sz="1100" u="none" cap="none" strike="noStrike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05</a:t>
                </a:r>
                <a:endParaRPr b="0" i="0" sz="11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cxnSp>
        <p:nvCxnSpPr>
          <p:cNvPr id="151" name="Google Shape;151;p2"/>
          <p:cNvCxnSpPr/>
          <p:nvPr/>
        </p:nvCxnSpPr>
        <p:spPr>
          <a:xfrm>
            <a:off x="3783110" y="3166153"/>
            <a:ext cx="172896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2" name="Google Shape;152;p2"/>
          <p:cNvGrpSpPr/>
          <p:nvPr/>
        </p:nvGrpSpPr>
        <p:grpSpPr>
          <a:xfrm>
            <a:off x="3218310" y="3356995"/>
            <a:ext cx="2514473" cy="1088205"/>
            <a:chOff x="4494836" y="1345150"/>
            <a:chExt cx="3352631" cy="1450939"/>
          </a:xfrm>
        </p:grpSpPr>
        <p:grpSp>
          <p:nvGrpSpPr>
            <p:cNvPr id="153" name="Google Shape;153;p2"/>
            <p:cNvGrpSpPr/>
            <p:nvPr/>
          </p:nvGrpSpPr>
          <p:grpSpPr>
            <a:xfrm>
              <a:off x="5068554" y="1345150"/>
              <a:ext cx="2778913" cy="1450939"/>
              <a:chOff x="5068554" y="1345150"/>
              <a:chExt cx="2778913" cy="1450939"/>
            </a:xfrm>
          </p:grpSpPr>
          <p:sp>
            <p:nvSpPr>
              <p:cNvPr id="154" name="Google Shape;154;p2"/>
              <p:cNvSpPr txBox="1"/>
              <p:nvPr/>
            </p:nvSpPr>
            <p:spPr>
              <a:xfrm>
                <a:off x="5068554" y="2278889"/>
                <a:ext cx="2778900" cy="51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Destek sonrası ne ortaya çıkacak </a:t>
                </a:r>
                <a:endParaRPr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ve Divizyon’a ne katacak?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55" name="Google Shape;155;p2"/>
              <p:cNvSpPr txBox="1"/>
              <p:nvPr/>
            </p:nvSpPr>
            <p:spPr>
              <a:xfrm>
                <a:off x="5068567" y="1646955"/>
                <a:ext cx="27789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BEKLENEN ÇIKTI VE </a:t>
                </a:r>
                <a:endParaRPr sz="12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AĞ ETKİSİ</a:t>
                </a:r>
                <a:endParaRPr b="0" i="0" sz="12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56" name="Google Shape;156;p2"/>
              <p:cNvSpPr txBox="1"/>
              <p:nvPr/>
            </p:nvSpPr>
            <p:spPr>
              <a:xfrm>
                <a:off x="5068567" y="1345150"/>
                <a:ext cx="23052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900"/>
                  <a:buFont typeface="Arial"/>
                  <a:buNone/>
                </a:pPr>
                <a:r>
                  <a:rPr i="1" lang="en" sz="900">
                    <a:solidFill>
                      <a:srgbClr val="99999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3-4</a:t>
                </a:r>
                <a:r>
                  <a:rPr i="1" lang="en" sz="900">
                    <a:solidFill>
                      <a:srgbClr val="99999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 Dakika /  2-3 Slayt</a:t>
                </a:r>
                <a:endParaRPr i="1"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57" name="Google Shape;157;p2"/>
            <p:cNvGrpSpPr/>
            <p:nvPr/>
          </p:nvGrpSpPr>
          <p:grpSpPr>
            <a:xfrm>
              <a:off x="4494836" y="1602479"/>
              <a:ext cx="468633" cy="458284"/>
              <a:chOff x="4471976" y="1596717"/>
              <a:chExt cx="468633" cy="458284"/>
            </a:xfrm>
          </p:grpSpPr>
          <p:sp>
            <p:nvSpPr>
              <p:cNvPr id="158" name="Google Shape;158;p2"/>
              <p:cNvSpPr/>
              <p:nvPr/>
            </p:nvSpPr>
            <p:spPr>
              <a:xfrm>
                <a:off x="4477150" y="1596717"/>
                <a:ext cx="458284" cy="458284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59" name="Google Shape;159;p2"/>
              <p:cNvSpPr txBox="1"/>
              <p:nvPr/>
            </p:nvSpPr>
            <p:spPr>
              <a:xfrm>
                <a:off x="4471976" y="1671971"/>
                <a:ext cx="46863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" sz="1100" u="none" cap="none" strike="noStrike">
                    <a:solidFill>
                      <a:schemeClr val="l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06</a:t>
                </a:r>
                <a:endParaRPr b="0" i="0" sz="1100" u="none" cap="none" strike="noStrike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id="160" name="Google Shape;160;p2"/>
          <p:cNvSpPr txBox="1"/>
          <p:nvPr/>
        </p:nvSpPr>
        <p:spPr>
          <a:xfrm rot="-5400000">
            <a:off x="3877277" y="2187593"/>
            <a:ext cx="50874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Plus Jakarta Sans"/>
              <a:buNone/>
            </a:pPr>
            <a:r>
              <a:rPr b="1" lang="en" sz="5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  İçeriği</a:t>
            </a:r>
            <a:endParaRPr b="1" i="0" sz="5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61" name="Google Shape;161;p2" title="gradient-background-2026-01-09-00-11-58-utc.jpg"/>
          <p:cNvPicPr preferRelativeResize="0"/>
          <p:nvPr/>
        </p:nvPicPr>
        <p:blipFill rotWithShape="1">
          <a:blip r:embed="rId3">
            <a:alphaModFix/>
          </a:blip>
          <a:srcRect b="0" l="40637" r="40639" t="0"/>
          <a:stretch/>
        </p:blipFill>
        <p:spPr>
          <a:xfrm>
            <a:off x="7369969" y="0"/>
            <a:ext cx="1285807" cy="5150692"/>
          </a:xfrm>
          <a:custGeom>
            <a:rect b="b" l="l" r="r" t="t"/>
            <a:pathLst>
              <a:path extrusionOk="0" h="6867590" w="1714409">
                <a:moveTo>
                  <a:pt x="0" y="0"/>
                </a:moveTo>
                <a:lnTo>
                  <a:pt x="1714409" y="0"/>
                </a:lnTo>
                <a:lnTo>
                  <a:pt x="1714409" y="6867590"/>
                </a:lnTo>
                <a:lnTo>
                  <a:pt x="0" y="686759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62" name="Google Shape;162;p2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2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Konya - 2026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64" name="Google Shape;16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295502" y="2333076"/>
            <a:ext cx="1145601" cy="4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3"/>
          <p:cNvGrpSpPr/>
          <p:nvPr/>
        </p:nvGrpSpPr>
        <p:grpSpPr>
          <a:xfrm>
            <a:off x="5064148" y="2652367"/>
            <a:ext cx="3454734" cy="1712317"/>
            <a:chOff x="6350966" y="2364179"/>
            <a:chExt cx="3936122" cy="2283089"/>
          </a:xfrm>
        </p:grpSpPr>
        <p:sp>
          <p:nvSpPr>
            <p:cNvPr id="170" name="Google Shape;170;p3"/>
            <p:cNvSpPr txBox="1"/>
            <p:nvPr/>
          </p:nvSpPr>
          <p:spPr>
            <a:xfrm>
              <a:off x="6892288" y="2984968"/>
              <a:ext cx="3394800" cy="16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-2857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Plus Jakarta Sans"/>
                <a:buChar char="●"/>
              </a:pPr>
              <a:r>
                <a:rPr lang="en" sz="9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Projenin tek cümlelik net tanımı</a:t>
              </a:r>
              <a:endParaRPr sz="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57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Plus Jakarta Sans"/>
                <a:buChar char="●"/>
              </a:pPr>
              <a:r>
                <a:rPr lang="en" sz="9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Üretilen şeyin somut karşılığı (ürün / eser / içerik / hizmet)</a:t>
              </a:r>
              <a:endParaRPr sz="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57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Plus Jakarta Sans"/>
                <a:buChar char="●"/>
              </a:pPr>
              <a:r>
                <a:rPr lang="en" sz="9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Projenin neden anlamlı ve yapılmaya değer olduğu</a:t>
              </a:r>
              <a:endParaRPr sz="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57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Plus Jakarta Sans"/>
                <a:buChar char="●"/>
              </a:pPr>
              <a:r>
                <a:rPr lang="en" sz="9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Zamanlama vurgusu (neden şimdi)</a:t>
              </a:r>
              <a:endParaRPr sz="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6892288" y="2364179"/>
              <a:ext cx="33948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Plus Jakarta Sans"/>
                <a:buNone/>
              </a:pPr>
              <a:r>
                <a:rPr lang="en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Bu sayfada ne olmalı?</a:t>
              </a:r>
              <a:endParaRPr b="0" i="0" sz="1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descr="Chat RTL" id="172" name="Google Shape;172;p3"/>
            <p:cNvSpPr/>
            <p:nvPr/>
          </p:nvSpPr>
          <p:spPr>
            <a:xfrm>
              <a:off x="6350966" y="2424982"/>
              <a:ext cx="372157" cy="339321"/>
            </a:xfrm>
            <a:custGeom>
              <a:rect b="b" l="l" r="r" t="t"/>
              <a:pathLst>
                <a:path extrusionOk="0" h="590550" w="647701">
                  <a:moveTo>
                    <a:pt x="32386" y="0"/>
                  </a:moveTo>
                  <a:cubicBezTo>
                    <a:pt x="14395" y="105"/>
                    <a:pt x="-104" y="14774"/>
                    <a:pt x="1" y="32765"/>
                  </a:cubicBezTo>
                  <a:cubicBezTo>
                    <a:pt x="1" y="32765"/>
                    <a:pt x="1" y="32766"/>
                    <a:pt x="1" y="32766"/>
                  </a:cubicBezTo>
                  <a:lnTo>
                    <a:pt x="1" y="426530"/>
                  </a:lnTo>
                  <a:lnTo>
                    <a:pt x="1" y="426530"/>
                  </a:lnTo>
                  <a:cubicBezTo>
                    <a:pt x="-105" y="444520"/>
                    <a:pt x="14394" y="459190"/>
                    <a:pt x="32384" y="459296"/>
                  </a:cubicBezTo>
                  <a:cubicBezTo>
                    <a:pt x="32385" y="459296"/>
                    <a:pt x="32385" y="459296"/>
                    <a:pt x="32386" y="459296"/>
                  </a:cubicBezTo>
                  <a:lnTo>
                    <a:pt x="129541" y="459296"/>
                  </a:lnTo>
                  <a:lnTo>
                    <a:pt x="129541" y="590550"/>
                  </a:lnTo>
                  <a:lnTo>
                    <a:pt x="259081" y="459296"/>
                  </a:lnTo>
                  <a:lnTo>
                    <a:pt x="615316" y="459296"/>
                  </a:lnTo>
                  <a:cubicBezTo>
                    <a:pt x="633306" y="459191"/>
                    <a:pt x="647805" y="444521"/>
                    <a:pt x="647701" y="426531"/>
                  </a:cubicBezTo>
                  <a:cubicBezTo>
                    <a:pt x="647701" y="426530"/>
                    <a:pt x="647701" y="426530"/>
                    <a:pt x="647701" y="426530"/>
                  </a:cubicBezTo>
                  <a:lnTo>
                    <a:pt x="647701" y="32766"/>
                  </a:lnTo>
                  <a:lnTo>
                    <a:pt x="647701" y="32766"/>
                  </a:lnTo>
                  <a:cubicBezTo>
                    <a:pt x="647806" y="14775"/>
                    <a:pt x="633307" y="106"/>
                    <a:pt x="615317" y="0"/>
                  </a:cubicBezTo>
                  <a:cubicBezTo>
                    <a:pt x="615316" y="0"/>
                    <a:pt x="615316" y="0"/>
                    <a:pt x="615316" y="0"/>
                  </a:cubicBezTo>
                  <a:close/>
                  <a:moveTo>
                    <a:pt x="428626" y="228600"/>
                  </a:moveTo>
                  <a:cubicBezTo>
                    <a:pt x="428626" y="202297"/>
                    <a:pt x="449948" y="180975"/>
                    <a:pt x="476251" y="180975"/>
                  </a:cubicBezTo>
                  <a:cubicBezTo>
                    <a:pt x="502553" y="180975"/>
                    <a:pt x="523876" y="202297"/>
                    <a:pt x="523876" y="228600"/>
                  </a:cubicBezTo>
                  <a:cubicBezTo>
                    <a:pt x="523876" y="254903"/>
                    <a:pt x="502553" y="276225"/>
                    <a:pt x="476251" y="276225"/>
                  </a:cubicBezTo>
                  <a:cubicBezTo>
                    <a:pt x="449948" y="276225"/>
                    <a:pt x="428626" y="254903"/>
                    <a:pt x="428626" y="228600"/>
                  </a:cubicBezTo>
                  <a:close/>
                  <a:moveTo>
                    <a:pt x="276226" y="228600"/>
                  </a:moveTo>
                  <a:cubicBezTo>
                    <a:pt x="276226" y="202297"/>
                    <a:pt x="297548" y="180975"/>
                    <a:pt x="323851" y="180975"/>
                  </a:cubicBezTo>
                  <a:cubicBezTo>
                    <a:pt x="350153" y="180975"/>
                    <a:pt x="371476" y="202297"/>
                    <a:pt x="371476" y="228600"/>
                  </a:cubicBezTo>
                  <a:cubicBezTo>
                    <a:pt x="371476" y="254903"/>
                    <a:pt x="350153" y="276225"/>
                    <a:pt x="323851" y="276225"/>
                  </a:cubicBezTo>
                  <a:cubicBezTo>
                    <a:pt x="297548" y="276225"/>
                    <a:pt x="276226" y="254903"/>
                    <a:pt x="276226" y="228600"/>
                  </a:cubicBezTo>
                  <a:close/>
                  <a:moveTo>
                    <a:pt x="123826" y="228600"/>
                  </a:moveTo>
                  <a:cubicBezTo>
                    <a:pt x="123826" y="202297"/>
                    <a:pt x="145148" y="180975"/>
                    <a:pt x="171451" y="180975"/>
                  </a:cubicBezTo>
                  <a:cubicBezTo>
                    <a:pt x="197753" y="180975"/>
                    <a:pt x="219076" y="202297"/>
                    <a:pt x="219076" y="228600"/>
                  </a:cubicBezTo>
                  <a:cubicBezTo>
                    <a:pt x="219076" y="254903"/>
                    <a:pt x="197753" y="276225"/>
                    <a:pt x="171451" y="276225"/>
                  </a:cubicBezTo>
                  <a:cubicBezTo>
                    <a:pt x="145148" y="276225"/>
                    <a:pt x="123826" y="254903"/>
                    <a:pt x="123826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73" name="Google Shape;173;p3"/>
          <p:cNvSpPr txBox="1"/>
          <p:nvPr/>
        </p:nvSpPr>
        <p:spPr>
          <a:xfrm>
            <a:off x="950775" y="2492575"/>
            <a:ext cx="3974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lang="en" sz="5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 Tanımı ve Değer Önerisi</a:t>
            </a:r>
            <a:endParaRPr b="1" i="0" sz="50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74" name="Google Shape;174;p3"/>
          <p:cNvGrpSpPr/>
          <p:nvPr/>
        </p:nvGrpSpPr>
        <p:grpSpPr>
          <a:xfrm>
            <a:off x="8159019" y="335411"/>
            <a:ext cx="258353" cy="257377"/>
            <a:chOff x="238524" y="2534705"/>
            <a:chExt cx="2693063" cy="2682885"/>
          </a:xfrm>
        </p:grpSpPr>
        <p:sp>
          <p:nvSpPr>
            <p:cNvPr id="175" name="Google Shape;175;p3"/>
            <p:cNvSpPr/>
            <p:nvPr/>
          </p:nvSpPr>
          <p:spPr>
            <a:xfrm>
              <a:off x="1142997" y="3429000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37292" y="2534705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238524" y="2534705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037292" y="4323295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38524" y="4323295"/>
              <a:ext cx="894295" cy="8942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pic>
        <p:nvPicPr>
          <p:cNvPr id="180" name="Google Shape;180;p3" title="dark-gradient-ribbed-glass-background-with-noise-a-2026-01-09-11-55-40-utc.jpg"/>
          <p:cNvPicPr preferRelativeResize="0"/>
          <p:nvPr/>
        </p:nvPicPr>
        <p:blipFill rotWithShape="1">
          <a:blip r:embed="rId3">
            <a:alphaModFix/>
          </a:blip>
          <a:srcRect b="31658" l="0" r="0" t="31658"/>
          <a:stretch/>
        </p:blipFill>
        <p:spPr>
          <a:xfrm>
            <a:off x="951310" y="464344"/>
            <a:ext cx="6983542" cy="1707601"/>
          </a:xfrm>
          <a:custGeom>
            <a:rect b="b" l="l" r="r" t="t"/>
            <a:pathLst>
              <a:path extrusionOk="0" h="2276801" w="9311389">
                <a:moveTo>
                  <a:pt x="0" y="0"/>
                </a:moveTo>
                <a:lnTo>
                  <a:pt x="9311389" y="0"/>
                </a:lnTo>
                <a:lnTo>
                  <a:pt x="9311389" y="2276801"/>
                </a:lnTo>
                <a:lnTo>
                  <a:pt x="0" y="227680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81" name="Google Shape;181;p3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2" name="Google Shape;182;p3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Divizyon - 2026</a:t>
            </a:r>
            <a:endParaRPr b="1" i="0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3" name="Google Shape;18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330449" y="2332487"/>
            <a:ext cx="1148499" cy="47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"/>
          <p:cNvPicPr preferRelativeResize="0"/>
          <p:nvPr/>
        </p:nvPicPr>
        <p:blipFill rotWithShape="1">
          <a:blip r:embed="rId3">
            <a:alphaModFix/>
          </a:blip>
          <a:srcRect b="0" l="9531" r="9530" t="0"/>
          <a:stretch/>
        </p:blipFill>
        <p:spPr>
          <a:xfrm>
            <a:off x="528638" y="0"/>
            <a:ext cx="3700463" cy="2571750"/>
          </a:xfrm>
          <a:custGeom>
            <a:rect b="b" l="l" r="r" t="t"/>
            <a:pathLst>
              <a:path extrusionOk="0" h="6858000" w="4959012">
                <a:moveTo>
                  <a:pt x="0" y="0"/>
                </a:moveTo>
                <a:lnTo>
                  <a:pt x="4959012" y="0"/>
                </a:lnTo>
                <a:lnTo>
                  <a:pt x="4959012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89" name="Google Shape;189;p4"/>
          <p:cNvGrpSpPr/>
          <p:nvPr/>
        </p:nvGrpSpPr>
        <p:grpSpPr>
          <a:xfrm>
            <a:off x="1295400" y="2003951"/>
            <a:ext cx="7086600" cy="2729975"/>
            <a:chOff x="2286000" y="2125834"/>
            <a:chExt cx="9448800" cy="3639966"/>
          </a:xfrm>
        </p:grpSpPr>
        <p:sp>
          <p:nvSpPr>
            <p:cNvPr id="190" name="Google Shape;190;p4"/>
            <p:cNvSpPr/>
            <p:nvPr/>
          </p:nvSpPr>
          <p:spPr>
            <a:xfrm>
              <a:off x="2286000" y="2125834"/>
              <a:ext cx="9448800" cy="363996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91" name="Google Shape;191;p4"/>
            <p:cNvGrpSpPr/>
            <p:nvPr/>
          </p:nvGrpSpPr>
          <p:grpSpPr>
            <a:xfrm>
              <a:off x="2875111" y="2701177"/>
              <a:ext cx="4071675" cy="740817"/>
              <a:chOff x="4250944" y="1757085"/>
              <a:chExt cx="4071675" cy="740817"/>
            </a:xfrm>
          </p:grpSpPr>
          <p:grpSp>
            <p:nvGrpSpPr>
              <p:cNvPr id="192" name="Google Shape;192;p4"/>
              <p:cNvGrpSpPr/>
              <p:nvPr/>
            </p:nvGrpSpPr>
            <p:grpSpPr>
              <a:xfrm>
                <a:off x="4250944" y="1757085"/>
                <a:ext cx="589280" cy="589280"/>
                <a:chOff x="4165600" y="1760003"/>
                <a:chExt cx="589280" cy="589280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4165600" y="1760003"/>
                  <a:ext cx="589280" cy="58928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194" name="Google Shape;194;p4"/>
                <p:cNvSpPr txBox="1"/>
                <p:nvPr/>
              </p:nvSpPr>
              <p:spPr>
                <a:xfrm>
                  <a:off x="4165600" y="1885366"/>
                  <a:ext cx="589280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1" i="0" lang="en" sz="1200" u="none" cap="none" strike="noStrike">
                      <a:solidFill>
                        <a:schemeClr val="accent1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01.</a:t>
                  </a:r>
                  <a:endParaRPr b="1" i="0" sz="1200" u="none" cap="none" strike="noStrike">
                    <a:solidFill>
                      <a:schemeClr val="accen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  <p:sp>
            <p:nvSpPr>
              <p:cNvPr id="195" name="Google Shape;195;p4"/>
              <p:cNvSpPr txBox="1"/>
              <p:nvPr/>
            </p:nvSpPr>
            <p:spPr>
              <a:xfrm>
                <a:off x="4962619" y="2221002"/>
                <a:ext cx="33600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Çözülmek istenen tek ana problem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196" name="Google Shape;196;p4"/>
              <p:cNvSpPr txBox="1"/>
              <p:nvPr/>
            </p:nvSpPr>
            <p:spPr>
              <a:xfrm>
                <a:off x="4962620" y="1757085"/>
                <a:ext cx="3182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 sayfada ne olmalı?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4"/>
            <p:cNvGrpSpPr/>
            <p:nvPr/>
          </p:nvGrpSpPr>
          <p:grpSpPr>
            <a:xfrm>
              <a:off x="2875111" y="4175272"/>
              <a:ext cx="4071675" cy="740817"/>
              <a:chOff x="4250944" y="1757085"/>
              <a:chExt cx="4071675" cy="740817"/>
            </a:xfrm>
          </p:grpSpPr>
          <p:grpSp>
            <p:nvGrpSpPr>
              <p:cNvPr id="198" name="Google Shape;198;p4"/>
              <p:cNvGrpSpPr/>
              <p:nvPr/>
            </p:nvGrpSpPr>
            <p:grpSpPr>
              <a:xfrm>
                <a:off x="4250944" y="1757085"/>
                <a:ext cx="589280" cy="589280"/>
                <a:chOff x="4165600" y="1760003"/>
                <a:chExt cx="589280" cy="589280"/>
              </a:xfrm>
            </p:grpSpPr>
            <p:sp>
              <p:nvSpPr>
                <p:cNvPr id="199" name="Google Shape;199;p4"/>
                <p:cNvSpPr/>
                <p:nvPr/>
              </p:nvSpPr>
              <p:spPr>
                <a:xfrm>
                  <a:off x="4165600" y="1760003"/>
                  <a:ext cx="589280" cy="58928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200" name="Google Shape;200;p4"/>
                <p:cNvSpPr txBox="1"/>
                <p:nvPr/>
              </p:nvSpPr>
              <p:spPr>
                <a:xfrm>
                  <a:off x="4165600" y="1885366"/>
                  <a:ext cx="589280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1" i="0" lang="en" sz="1200" u="none" cap="none" strike="noStrike">
                      <a:solidFill>
                        <a:schemeClr val="accent1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02.</a:t>
                  </a:r>
                  <a:endParaRPr b="1" i="0" sz="1200" u="none" cap="none" strike="noStrike">
                    <a:solidFill>
                      <a:schemeClr val="accen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  <p:sp>
            <p:nvSpPr>
              <p:cNvPr id="201" name="Google Shape;201;p4"/>
              <p:cNvSpPr txBox="1"/>
              <p:nvPr/>
            </p:nvSpPr>
            <p:spPr>
              <a:xfrm>
                <a:off x="4962619" y="2221002"/>
                <a:ext cx="33600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Mevcut alternatiflerin  neden yetersiz olduğu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02" name="Google Shape;202;p4"/>
              <p:cNvSpPr txBox="1"/>
              <p:nvPr/>
            </p:nvSpPr>
            <p:spPr>
              <a:xfrm>
                <a:off x="4962620" y="1757085"/>
                <a:ext cx="3182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1"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 sayfada ne olmalı?</a:t>
                </a:r>
                <a:endParaRPr b="1" sz="12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03" name="Google Shape;203;p4"/>
            <p:cNvGrpSpPr/>
            <p:nvPr/>
          </p:nvGrpSpPr>
          <p:grpSpPr>
            <a:xfrm>
              <a:off x="7218511" y="2701177"/>
              <a:ext cx="4071675" cy="767973"/>
              <a:chOff x="4250944" y="1757085"/>
              <a:chExt cx="4071675" cy="767973"/>
            </a:xfrm>
          </p:grpSpPr>
          <p:grpSp>
            <p:nvGrpSpPr>
              <p:cNvPr id="204" name="Google Shape;204;p4"/>
              <p:cNvGrpSpPr/>
              <p:nvPr/>
            </p:nvGrpSpPr>
            <p:grpSpPr>
              <a:xfrm>
                <a:off x="4250944" y="1757085"/>
                <a:ext cx="589280" cy="589280"/>
                <a:chOff x="4165600" y="1760003"/>
                <a:chExt cx="589280" cy="589280"/>
              </a:xfrm>
            </p:grpSpPr>
            <p:sp>
              <p:nvSpPr>
                <p:cNvPr id="205" name="Google Shape;205;p4"/>
                <p:cNvSpPr/>
                <p:nvPr/>
              </p:nvSpPr>
              <p:spPr>
                <a:xfrm>
                  <a:off x="4165600" y="1760003"/>
                  <a:ext cx="589280" cy="58928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206" name="Google Shape;206;p4"/>
                <p:cNvSpPr txBox="1"/>
                <p:nvPr/>
              </p:nvSpPr>
              <p:spPr>
                <a:xfrm>
                  <a:off x="4165600" y="1885366"/>
                  <a:ext cx="589280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1" i="0" lang="en" sz="1200" u="none" cap="none" strike="noStrike">
                      <a:solidFill>
                        <a:schemeClr val="accent1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03.</a:t>
                  </a:r>
                  <a:endParaRPr b="1" i="0" sz="1200" u="none" cap="none" strike="noStrike">
                    <a:solidFill>
                      <a:schemeClr val="accen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  <p:sp>
            <p:nvSpPr>
              <p:cNvPr id="207" name="Google Shape;207;p4"/>
              <p:cNvSpPr txBox="1"/>
              <p:nvPr/>
            </p:nvSpPr>
            <p:spPr>
              <a:xfrm>
                <a:off x="4962619" y="2248158"/>
                <a:ext cx="33600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 problemin kim için problem olduğu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08" name="Google Shape;208;p4"/>
              <p:cNvSpPr txBox="1"/>
              <p:nvPr/>
            </p:nvSpPr>
            <p:spPr>
              <a:xfrm>
                <a:off x="4962620" y="1757085"/>
                <a:ext cx="3182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1"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 sayfada ne olmalı?</a:t>
                </a:r>
                <a:endParaRPr b="1" sz="12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209" name="Google Shape;209;p4"/>
            <p:cNvGrpSpPr/>
            <p:nvPr/>
          </p:nvGrpSpPr>
          <p:grpSpPr>
            <a:xfrm>
              <a:off x="7218511" y="4175272"/>
              <a:ext cx="4071675" cy="740817"/>
              <a:chOff x="4250944" y="1757085"/>
              <a:chExt cx="4071675" cy="740817"/>
            </a:xfrm>
          </p:grpSpPr>
          <p:grpSp>
            <p:nvGrpSpPr>
              <p:cNvPr id="210" name="Google Shape;210;p4"/>
              <p:cNvGrpSpPr/>
              <p:nvPr/>
            </p:nvGrpSpPr>
            <p:grpSpPr>
              <a:xfrm>
                <a:off x="4250944" y="1757085"/>
                <a:ext cx="589280" cy="589280"/>
                <a:chOff x="4165600" y="1760003"/>
                <a:chExt cx="589280" cy="589280"/>
              </a:xfrm>
            </p:grpSpPr>
            <p:sp>
              <p:nvSpPr>
                <p:cNvPr id="211" name="Google Shape;211;p4"/>
                <p:cNvSpPr/>
                <p:nvPr/>
              </p:nvSpPr>
              <p:spPr>
                <a:xfrm>
                  <a:off x="4165600" y="1760003"/>
                  <a:ext cx="589280" cy="58928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l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  <p:sp>
              <p:nvSpPr>
                <p:cNvPr id="212" name="Google Shape;212;p4"/>
                <p:cNvSpPr txBox="1"/>
                <p:nvPr/>
              </p:nvSpPr>
              <p:spPr>
                <a:xfrm>
                  <a:off x="4165600" y="1885366"/>
                  <a:ext cx="589280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1" i="0" lang="en" sz="1200" u="none" cap="none" strike="noStrike">
                      <a:solidFill>
                        <a:schemeClr val="accent1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04.</a:t>
                  </a:r>
                  <a:endParaRPr b="1" i="0" sz="1200" u="none" cap="none" strike="noStrike">
                    <a:solidFill>
                      <a:schemeClr val="accent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  <p:sp>
            <p:nvSpPr>
              <p:cNvPr id="213" name="Google Shape;213;p4"/>
              <p:cNvSpPr txBox="1"/>
              <p:nvPr/>
            </p:nvSpPr>
            <p:spPr>
              <a:xfrm>
                <a:off x="4962619" y="2221002"/>
                <a:ext cx="33600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" sz="9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Hedef kitlenin gerçek hayattaki karşılığı</a:t>
                </a:r>
                <a:endParaRPr b="0" i="0" sz="9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214" name="Google Shape;214;p4"/>
              <p:cNvSpPr txBox="1"/>
              <p:nvPr/>
            </p:nvSpPr>
            <p:spPr>
              <a:xfrm>
                <a:off x="4962620" y="1757085"/>
                <a:ext cx="31824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b="1" lang="en" sz="1200">
                    <a:solidFill>
                      <a:schemeClr val="dk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Bu sayfada ne olmalı?</a:t>
                </a:r>
                <a:endParaRPr b="1" sz="12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id="215" name="Google Shape;215;p4"/>
          <p:cNvSpPr txBox="1"/>
          <p:nvPr/>
        </p:nvSpPr>
        <p:spPr>
          <a:xfrm>
            <a:off x="2611549" y="251325"/>
            <a:ext cx="54606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1" lang="en" sz="5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Problem-İhtiyaç ve Hedef Kitle</a:t>
            </a:r>
            <a:endParaRPr b="1" sz="5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16" name="Google Shape;216;p4"/>
          <p:cNvGrpSpPr/>
          <p:nvPr/>
        </p:nvGrpSpPr>
        <p:grpSpPr>
          <a:xfrm>
            <a:off x="8159019" y="335411"/>
            <a:ext cx="258353" cy="257377"/>
            <a:chOff x="238524" y="2534705"/>
            <a:chExt cx="2693063" cy="2682885"/>
          </a:xfrm>
        </p:grpSpPr>
        <p:sp>
          <p:nvSpPr>
            <p:cNvPr id="217" name="Google Shape;217;p4"/>
            <p:cNvSpPr/>
            <p:nvPr/>
          </p:nvSpPr>
          <p:spPr>
            <a:xfrm>
              <a:off x="1142997" y="3429000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2037292" y="253470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238524" y="253470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2037292" y="432329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238524" y="432329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sp>
        <p:nvSpPr>
          <p:cNvPr id="222" name="Google Shape;222;p4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3" name="Google Shape;223;p4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Divizyon - 2026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5"/>
          <p:cNvGrpSpPr/>
          <p:nvPr/>
        </p:nvGrpSpPr>
        <p:grpSpPr>
          <a:xfrm>
            <a:off x="8159019" y="285988"/>
            <a:ext cx="258353" cy="257377"/>
            <a:chOff x="238524" y="2534705"/>
            <a:chExt cx="2693063" cy="2682885"/>
          </a:xfrm>
        </p:grpSpPr>
        <p:sp>
          <p:nvSpPr>
            <p:cNvPr id="229" name="Google Shape;229;p5"/>
            <p:cNvSpPr/>
            <p:nvPr/>
          </p:nvSpPr>
          <p:spPr>
            <a:xfrm>
              <a:off x="1142997" y="3429000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2037292" y="253470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238524" y="253470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2037292" y="432329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238524" y="432329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sp>
        <p:nvSpPr>
          <p:cNvPr id="234" name="Google Shape;234;p5"/>
          <p:cNvSpPr txBox="1"/>
          <p:nvPr/>
        </p:nvSpPr>
        <p:spPr>
          <a:xfrm>
            <a:off x="1004685" y="3403256"/>
            <a:ext cx="6811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lang="en" sz="5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Mevcut Aşama ve İlerleme</a:t>
            </a:r>
            <a:endParaRPr b="1" sz="5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2639800" y="2015879"/>
            <a:ext cx="1647600" cy="94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2749474" y="2532375"/>
            <a:ext cx="140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Bugüne kadar yapılmış somut işler ve elde edilen ilerlemeler</a:t>
            </a:r>
            <a:endParaRPr b="0" i="0" sz="7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2749252" y="2126054"/>
            <a:ext cx="1409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GEÇMİŞ</a:t>
            </a:r>
            <a:endParaRPr b="1" i="0" sz="12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4466913" y="2015879"/>
            <a:ext cx="1647600" cy="94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4577892" y="2532370"/>
            <a:ext cx="1313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Projenin bugünkü durumu</a:t>
            </a:r>
            <a:endParaRPr sz="7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4577892" y="2126054"/>
            <a:ext cx="1409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ŞU AN</a:t>
            </a:r>
            <a:endParaRPr b="1" i="0" sz="12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6294027" y="2015879"/>
            <a:ext cx="1647600" cy="94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6406992" y="2532370"/>
            <a:ext cx="131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Planlanan aksiyonlar ve kısa yol haritası </a:t>
            </a:r>
            <a:endParaRPr b="0"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6406992" y="2126054"/>
            <a:ext cx="1409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GELECEK</a:t>
            </a:r>
            <a:endParaRPr b="1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1118167" y="371780"/>
            <a:ext cx="1304131" cy="20489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1272950" y="1240217"/>
            <a:ext cx="904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Ekip yapısının projeyle ilişkisi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1245376" y="655611"/>
            <a:ext cx="1176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" sz="2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EKİP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 title="skein-of-yellow-braided-synthetic-cord-close-up-s-2026-01-07-05-44-46-utc.jpg"/>
          <p:cNvPicPr preferRelativeResize="0"/>
          <p:nvPr/>
        </p:nvPicPr>
        <p:blipFill rotWithShape="1">
          <a:blip r:embed="rId3">
            <a:alphaModFix/>
          </a:blip>
          <a:srcRect b="0" l="21932" r="21932" t="0"/>
          <a:stretch/>
        </p:blipFill>
        <p:spPr>
          <a:xfrm>
            <a:off x="2639616" y="0"/>
            <a:ext cx="1647502" cy="1956113"/>
          </a:xfrm>
          <a:custGeom>
            <a:rect b="b" l="l" r="r" t="t"/>
            <a:pathLst>
              <a:path extrusionOk="0" h="2608150" w="2196670">
                <a:moveTo>
                  <a:pt x="0" y="0"/>
                </a:moveTo>
                <a:lnTo>
                  <a:pt x="2196670" y="0"/>
                </a:lnTo>
                <a:lnTo>
                  <a:pt x="2196670" y="2608150"/>
                </a:lnTo>
                <a:lnTo>
                  <a:pt x="0" y="260815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48" name="Google Shape;248;p5" title="study-of-patterns-and-colours-2026-01-11-08-44-31-utc.jpg"/>
          <p:cNvPicPr preferRelativeResize="0"/>
          <p:nvPr/>
        </p:nvPicPr>
        <p:blipFill rotWithShape="1">
          <a:blip r:embed="rId4">
            <a:alphaModFix/>
          </a:blip>
          <a:srcRect b="0" l="32069" r="32069" t="0"/>
          <a:stretch/>
        </p:blipFill>
        <p:spPr>
          <a:xfrm>
            <a:off x="4467225" y="0"/>
            <a:ext cx="1647502" cy="1956113"/>
          </a:xfrm>
          <a:custGeom>
            <a:rect b="b" l="l" r="r" t="t"/>
            <a:pathLst>
              <a:path extrusionOk="0" h="2608150" w="2196670">
                <a:moveTo>
                  <a:pt x="0" y="0"/>
                </a:moveTo>
                <a:lnTo>
                  <a:pt x="2196670" y="0"/>
                </a:lnTo>
                <a:lnTo>
                  <a:pt x="2196670" y="2608150"/>
                </a:lnTo>
                <a:lnTo>
                  <a:pt x="0" y="260815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49" name="Google Shape;249;p5" title="staggered-progressive-rhythm-of-light-colorful-bl-2026-01-07-07-24-02-utc.jpg"/>
          <p:cNvPicPr preferRelativeResize="0"/>
          <p:nvPr/>
        </p:nvPicPr>
        <p:blipFill rotWithShape="1">
          <a:blip r:embed="rId5">
            <a:alphaModFix/>
          </a:blip>
          <a:srcRect b="0" l="18409" r="18415" t="0"/>
          <a:stretch/>
        </p:blipFill>
        <p:spPr>
          <a:xfrm>
            <a:off x="6293644" y="0"/>
            <a:ext cx="1647502" cy="1956113"/>
          </a:xfrm>
          <a:custGeom>
            <a:rect b="b" l="l" r="r" t="t"/>
            <a:pathLst>
              <a:path extrusionOk="0" h="2608150" w="2196670">
                <a:moveTo>
                  <a:pt x="0" y="0"/>
                </a:moveTo>
                <a:lnTo>
                  <a:pt x="2196670" y="0"/>
                </a:lnTo>
                <a:lnTo>
                  <a:pt x="2196670" y="2608150"/>
                </a:lnTo>
                <a:lnTo>
                  <a:pt x="0" y="260815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50" name="Google Shape;250;p5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1" name="Google Shape;251;p5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Konya - 2026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-295502" y="2333076"/>
            <a:ext cx="1145601" cy="4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6"/>
          <p:cNvGrpSpPr/>
          <p:nvPr/>
        </p:nvGrpSpPr>
        <p:grpSpPr>
          <a:xfrm>
            <a:off x="2920262" y="3240503"/>
            <a:ext cx="3221831" cy="1371600"/>
            <a:chOff x="1549400" y="4397375"/>
            <a:chExt cx="4295775" cy="1828800"/>
          </a:xfrm>
        </p:grpSpPr>
        <p:sp>
          <p:nvSpPr>
            <p:cNvPr id="258" name="Google Shape;258;p16"/>
            <p:cNvSpPr/>
            <p:nvPr/>
          </p:nvSpPr>
          <p:spPr>
            <a:xfrm>
              <a:off x="1549400" y="4397375"/>
              <a:ext cx="4295775" cy="1544638"/>
            </a:xfrm>
            <a:custGeom>
              <a:rect b="b" l="l" r="r" t="t"/>
              <a:pathLst>
                <a:path extrusionOk="0" h="973" w="2706">
                  <a:moveTo>
                    <a:pt x="1353" y="0"/>
                  </a:moveTo>
                  <a:lnTo>
                    <a:pt x="2706" y="483"/>
                  </a:lnTo>
                  <a:lnTo>
                    <a:pt x="1353" y="973"/>
                  </a:lnTo>
                  <a:lnTo>
                    <a:pt x="0" y="483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3697288" y="5164138"/>
              <a:ext cx="2147887" cy="1062037"/>
            </a:xfrm>
            <a:custGeom>
              <a:rect b="b" l="l" r="r" t="t"/>
              <a:pathLst>
                <a:path extrusionOk="0" h="669" w="1353">
                  <a:moveTo>
                    <a:pt x="1353" y="0"/>
                  </a:moveTo>
                  <a:lnTo>
                    <a:pt x="1353" y="186"/>
                  </a:lnTo>
                  <a:lnTo>
                    <a:pt x="0" y="669"/>
                  </a:lnTo>
                  <a:lnTo>
                    <a:pt x="0" y="490"/>
                  </a:lnTo>
                  <a:lnTo>
                    <a:pt x="1353" y="0"/>
                  </a:lnTo>
                  <a:close/>
                </a:path>
              </a:pathLst>
            </a:custGeom>
            <a:solidFill>
              <a:srgbClr val="E4B2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1549400" y="5164138"/>
              <a:ext cx="2147888" cy="1062037"/>
            </a:xfrm>
            <a:custGeom>
              <a:rect b="b" l="l" r="r" t="t"/>
              <a:pathLst>
                <a:path extrusionOk="0" h="669" w="1353">
                  <a:moveTo>
                    <a:pt x="1353" y="490"/>
                  </a:moveTo>
                  <a:lnTo>
                    <a:pt x="1353" y="669"/>
                  </a:lnTo>
                  <a:lnTo>
                    <a:pt x="0" y="186"/>
                  </a:lnTo>
                  <a:lnTo>
                    <a:pt x="0" y="0"/>
                  </a:lnTo>
                  <a:lnTo>
                    <a:pt x="1353" y="490"/>
                  </a:lnTo>
                  <a:close/>
                </a:path>
              </a:pathLst>
            </a:custGeom>
            <a:solidFill>
              <a:srgbClr val="FFE38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16"/>
          <p:cNvGrpSpPr/>
          <p:nvPr/>
        </p:nvGrpSpPr>
        <p:grpSpPr>
          <a:xfrm>
            <a:off x="3108381" y="2755919"/>
            <a:ext cx="2845594" cy="1223963"/>
            <a:chOff x="1800225" y="3751263"/>
            <a:chExt cx="3794125" cy="1631950"/>
          </a:xfrm>
        </p:grpSpPr>
        <p:sp>
          <p:nvSpPr>
            <p:cNvPr id="262" name="Google Shape;262;p16"/>
            <p:cNvSpPr/>
            <p:nvPr/>
          </p:nvSpPr>
          <p:spPr>
            <a:xfrm>
              <a:off x="1800225" y="3751263"/>
              <a:ext cx="3794125" cy="1368425"/>
            </a:xfrm>
            <a:custGeom>
              <a:rect b="b" l="l" r="r" t="t"/>
              <a:pathLst>
                <a:path extrusionOk="0" h="862" w="2390">
                  <a:moveTo>
                    <a:pt x="1195" y="0"/>
                  </a:moveTo>
                  <a:lnTo>
                    <a:pt x="2390" y="435"/>
                  </a:lnTo>
                  <a:lnTo>
                    <a:pt x="1195" y="862"/>
                  </a:lnTo>
                  <a:lnTo>
                    <a:pt x="0" y="435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3697288" y="4441825"/>
              <a:ext cx="1897062" cy="941388"/>
            </a:xfrm>
            <a:custGeom>
              <a:rect b="b" l="l" r="r" t="t"/>
              <a:pathLst>
                <a:path extrusionOk="0" h="593" w="1195">
                  <a:moveTo>
                    <a:pt x="1195" y="0"/>
                  </a:moveTo>
                  <a:lnTo>
                    <a:pt x="1195" y="158"/>
                  </a:lnTo>
                  <a:lnTo>
                    <a:pt x="0" y="593"/>
                  </a:lnTo>
                  <a:lnTo>
                    <a:pt x="0" y="42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1800225" y="4441825"/>
              <a:ext cx="1897063" cy="941388"/>
            </a:xfrm>
            <a:custGeom>
              <a:rect b="b" l="l" r="r" t="t"/>
              <a:pathLst>
                <a:path extrusionOk="0" h="593" w="1195">
                  <a:moveTo>
                    <a:pt x="1195" y="427"/>
                  </a:moveTo>
                  <a:lnTo>
                    <a:pt x="1195" y="593"/>
                  </a:lnTo>
                  <a:lnTo>
                    <a:pt x="0" y="158"/>
                  </a:lnTo>
                  <a:lnTo>
                    <a:pt x="0" y="0"/>
                  </a:lnTo>
                  <a:lnTo>
                    <a:pt x="1195" y="427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6"/>
          <p:cNvGrpSpPr/>
          <p:nvPr/>
        </p:nvGrpSpPr>
        <p:grpSpPr>
          <a:xfrm>
            <a:off x="3263162" y="2263000"/>
            <a:ext cx="2543175" cy="1092994"/>
            <a:chOff x="2006600" y="3094038"/>
            <a:chExt cx="3390900" cy="1457325"/>
          </a:xfrm>
        </p:grpSpPr>
        <p:sp>
          <p:nvSpPr>
            <p:cNvPr id="266" name="Google Shape;266;p16"/>
            <p:cNvSpPr/>
            <p:nvPr/>
          </p:nvSpPr>
          <p:spPr>
            <a:xfrm>
              <a:off x="2006600" y="3094038"/>
              <a:ext cx="3390900" cy="1216025"/>
            </a:xfrm>
            <a:custGeom>
              <a:rect b="b" l="l" r="r" t="t"/>
              <a:pathLst>
                <a:path extrusionOk="0" h="766" w="2136">
                  <a:moveTo>
                    <a:pt x="1065" y="0"/>
                  </a:moveTo>
                  <a:lnTo>
                    <a:pt x="2136" y="386"/>
                  </a:lnTo>
                  <a:lnTo>
                    <a:pt x="1065" y="766"/>
                  </a:lnTo>
                  <a:lnTo>
                    <a:pt x="0" y="386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3697288" y="3706813"/>
              <a:ext cx="1700212" cy="844550"/>
            </a:xfrm>
            <a:custGeom>
              <a:rect b="b" l="l" r="r" t="t"/>
              <a:pathLst>
                <a:path extrusionOk="0" h="532" w="1071">
                  <a:moveTo>
                    <a:pt x="1071" y="0"/>
                  </a:moveTo>
                  <a:lnTo>
                    <a:pt x="1071" y="145"/>
                  </a:lnTo>
                  <a:lnTo>
                    <a:pt x="0" y="532"/>
                  </a:lnTo>
                  <a:lnTo>
                    <a:pt x="0" y="380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rgbClr val="E4B2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2006600" y="3706813"/>
              <a:ext cx="1690688" cy="844550"/>
            </a:xfrm>
            <a:custGeom>
              <a:rect b="b" l="l" r="r" t="t"/>
              <a:pathLst>
                <a:path extrusionOk="0" h="532" w="1065">
                  <a:moveTo>
                    <a:pt x="1065" y="380"/>
                  </a:moveTo>
                  <a:lnTo>
                    <a:pt x="1065" y="532"/>
                  </a:lnTo>
                  <a:lnTo>
                    <a:pt x="0" y="145"/>
                  </a:lnTo>
                  <a:lnTo>
                    <a:pt x="0" y="0"/>
                  </a:lnTo>
                  <a:lnTo>
                    <a:pt x="1065" y="380"/>
                  </a:lnTo>
                  <a:close/>
                </a:path>
              </a:pathLst>
            </a:custGeom>
            <a:solidFill>
              <a:srgbClr val="FFE38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6"/>
          <p:cNvGrpSpPr/>
          <p:nvPr/>
        </p:nvGrpSpPr>
        <p:grpSpPr>
          <a:xfrm>
            <a:off x="3410800" y="1773892"/>
            <a:ext cx="2240756" cy="957024"/>
            <a:chOff x="2203450" y="2441893"/>
            <a:chExt cx="2987675" cy="1276032"/>
          </a:xfrm>
        </p:grpSpPr>
        <p:sp>
          <p:nvSpPr>
            <p:cNvPr id="270" name="Google Shape;270;p16"/>
            <p:cNvSpPr/>
            <p:nvPr/>
          </p:nvSpPr>
          <p:spPr>
            <a:xfrm>
              <a:off x="2203450" y="2441893"/>
              <a:ext cx="2987675" cy="1073150"/>
            </a:xfrm>
            <a:custGeom>
              <a:rect b="b" l="l" r="r" t="t"/>
              <a:pathLst>
                <a:path extrusionOk="0" h="676" w="1882">
                  <a:moveTo>
                    <a:pt x="941" y="0"/>
                  </a:moveTo>
                  <a:lnTo>
                    <a:pt x="1882" y="338"/>
                  </a:lnTo>
                  <a:lnTo>
                    <a:pt x="941" y="676"/>
                  </a:lnTo>
                  <a:lnTo>
                    <a:pt x="0" y="338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3697288" y="2973388"/>
              <a:ext cx="1493837" cy="744537"/>
            </a:xfrm>
            <a:custGeom>
              <a:rect b="b" l="l" r="r" t="t"/>
              <a:pathLst>
                <a:path extrusionOk="0" h="469" w="941">
                  <a:moveTo>
                    <a:pt x="941" y="0"/>
                  </a:moveTo>
                  <a:lnTo>
                    <a:pt x="941" y="131"/>
                  </a:lnTo>
                  <a:lnTo>
                    <a:pt x="0" y="469"/>
                  </a:lnTo>
                  <a:lnTo>
                    <a:pt x="0" y="338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2203450" y="2973388"/>
              <a:ext cx="1493838" cy="744537"/>
            </a:xfrm>
            <a:custGeom>
              <a:rect b="b" l="l" r="r" t="t"/>
              <a:pathLst>
                <a:path extrusionOk="0" h="469" w="941">
                  <a:moveTo>
                    <a:pt x="941" y="338"/>
                  </a:moveTo>
                  <a:lnTo>
                    <a:pt x="941" y="469"/>
                  </a:lnTo>
                  <a:lnTo>
                    <a:pt x="0" y="131"/>
                  </a:lnTo>
                  <a:lnTo>
                    <a:pt x="0" y="0"/>
                  </a:lnTo>
                  <a:lnTo>
                    <a:pt x="941" y="338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73" name="Google Shape;273;p16"/>
          <p:cNvCxnSpPr/>
          <p:nvPr/>
        </p:nvCxnSpPr>
        <p:spPr>
          <a:xfrm>
            <a:off x="5697855" y="2448821"/>
            <a:ext cx="670520" cy="0"/>
          </a:xfrm>
          <a:prstGeom prst="straightConnector1">
            <a:avLst/>
          </a:prstGeom>
          <a:noFill/>
          <a:ln cap="flat" cmpd="sng" w="9525">
            <a:solidFill>
              <a:schemeClr val="dk1">
                <a:alpha val="96470"/>
              </a:schemeClr>
            </a:solidFill>
            <a:prstDash val="lgDash"/>
            <a:round/>
            <a:headEnd len="sm" w="sm" type="none"/>
            <a:tailEnd len="med" w="med" type="oval"/>
          </a:ln>
        </p:spPr>
      </p:cxnSp>
      <p:cxnSp>
        <p:nvCxnSpPr>
          <p:cNvPr id="274" name="Google Shape;274;p16"/>
          <p:cNvCxnSpPr/>
          <p:nvPr/>
        </p:nvCxnSpPr>
        <p:spPr>
          <a:xfrm>
            <a:off x="5756672" y="4251977"/>
            <a:ext cx="670520" cy="0"/>
          </a:xfrm>
          <a:prstGeom prst="straightConnector1">
            <a:avLst/>
          </a:prstGeom>
          <a:noFill/>
          <a:ln cap="flat" cmpd="sng" w="9525">
            <a:solidFill>
              <a:schemeClr val="dk1">
                <a:alpha val="96470"/>
              </a:schemeClr>
            </a:solidFill>
            <a:prstDash val="lgDash"/>
            <a:round/>
            <a:headEnd len="sm" w="sm" type="none"/>
            <a:tailEnd len="med" w="med" type="oval"/>
          </a:ln>
        </p:spPr>
      </p:cxnSp>
      <p:cxnSp>
        <p:nvCxnSpPr>
          <p:cNvPr id="275" name="Google Shape;275;p16"/>
          <p:cNvCxnSpPr/>
          <p:nvPr/>
        </p:nvCxnSpPr>
        <p:spPr>
          <a:xfrm rot="10800000">
            <a:off x="2996400" y="1818055"/>
            <a:ext cx="589838" cy="0"/>
          </a:xfrm>
          <a:prstGeom prst="straightConnector1">
            <a:avLst/>
          </a:prstGeom>
          <a:noFill/>
          <a:ln cap="flat" cmpd="sng" w="9525">
            <a:solidFill>
              <a:schemeClr val="dk1">
                <a:alpha val="96470"/>
              </a:schemeClr>
            </a:solidFill>
            <a:prstDash val="lgDash"/>
            <a:round/>
            <a:headEnd len="sm" w="sm" type="none"/>
            <a:tailEnd len="med" w="med" type="oval"/>
          </a:ln>
        </p:spPr>
      </p:cxnSp>
      <p:cxnSp>
        <p:nvCxnSpPr>
          <p:cNvPr id="276" name="Google Shape;276;p16"/>
          <p:cNvCxnSpPr/>
          <p:nvPr/>
        </p:nvCxnSpPr>
        <p:spPr>
          <a:xfrm rot="10800000">
            <a:off x="2391835" y="3364152"/>
            <a:ext cx="589838" cy="0"/>
          </a:xfrm>
          <a:prstGeom prst="straightConnector1">
            <a:avLst/>
          </a:prstGeom>
          <a:noFill/>
          <a:ln cap="flat" cmpd="sng" w="9525">
            <a:solidFill>
              <a:schemeClr val="dk1">
                <a:alpha val="96470"/>
              </a:schemeClr>
            </a:solidFill>
            <a:prstDash val="lgDash"/>
            <a:round/>
            <a:headEnd len="sm" w="sm" type="none"/>
            <a:tailEnd len="med" w="med" type="oval"/>
          </a:ln>
        </p:spPr>
      </p:cxnSp>
      <p:sp>
        <p:nvSpPr>
          <p:cNvPr id="277" name="Google Shape;277;p16"/>
          <p:cNvSpPr txBox="1"/>
          <p:nvPr/>
        </p:nvSpPr>
        <p:spPr>
          <a:xfrm>
            <a:off x="6624891" y="4289163"/>
            <a:ext cx="1533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Talebin ölçülü ve sınırlı kapsamı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6624891" y="4012164"/>
            <a:ext cx="159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Destek Kapsamı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6562673" y="2639803"/>
            <a:ext cx="1533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Çeşitli desteklerin kullanım planı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6566074" y="2134204"/>
            <a:ext cx="15912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Hangi Aşamada, Hangi Destek?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703686" y="3517865"/>
            <a:ext cx="15912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Desteklerin proje için  öne çıkan kritik noktaları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 txBox="1"/>
          <p:nvPr/>
        </p:nvSpPr>
        <p:spPr>
          <a:xfrm>
            <a:off x="703686" y="3236056"/>
            <a:ext cx="159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Destek Önemi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703678" y="2047300"/>
            <a:ext cx="21450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Yalnızca </a:t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Mikrofonlama ve Ağ Destekleri için hazırlanan rehberdeki kategoriler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358725" y="1545425"/>
            <a:ext cx="24900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Hangi Kategoride, </a:t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Hangi Destek Kalemi?</a:t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955628" y="385862"/>
            <a:ext cx="7179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us Jakarta Sans"/>
              <a:buNone/>
            </a:pPr>
            <a:r>
              <a:rPr b="1" lang="en" sz="5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Talep Edilen Destekler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Konya - 2026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88" name="Google Shape;2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295502" y="2333076"/>
            <a:ext cx="1145601" cy="477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16"/>
          <p:cNvGrpSpPr/>
          <p:nvPr/>
        </p:nvGrpSpPr>
        <p:grpSpPr>
          <a:xfrm>
            <a:off x="8159011" y="285905"/>
            <a:ext cx="258265" cy="257289"/>
            <a:chOff x="238524" y="2534705"/>
            <a:chExt cx="2693068" cy="2682890"/>
          </a:xfrm>
        </p:grpSpPr>
        <p:sp>
          <p:nvSpPr>
            <p:cNvPr id="290" name="Google Shape;290;p16"/>
            <p:cNvSpPr/>
            <p:nvPr/>
          </p:nvSpPr>
          <p:spPr>
            <a:xfrm>
              <a:off x="1142997" y="3429000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2037292" y="253470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238524" y="253470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2037292" y="432329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238524" y="432329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"/>
          <p:cNvSpPr txBox="1"/>
          <p:nvPr/>
        </p:nvSpPr>
        <p:spPr>
          <a:xfrm>
            <a:off x="959666" y="290268"/>
            <a:ext cx="42828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Plus Jakarta Sans"/>
              <a:buNone/>
            </a:pPr>
            <a:r>
              <a:rPr b="1" lang="en" sz="5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Kritik Gerekçeler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7"/>
          <p:cNvGrpSpPr/>
          <p:nvPr/>
        </p:nvGrpSpPr>
        <p:grpSpPr>
          <a:xfrm>
            <a:off x="8159019" y="285988"/>
            <a:ext cx="258353" cy="257377"/>
            <a:chOff x="238524" y="2534705"/>
            <a:chExt cx="2693063" cy="2682885"/>
          </a:xfrm>
        </p:grpSpPr>
        <p:sp>
          <p:nvSpPr>
            <p:cNvPr id="301" name="Google Shape;301;p7"/>
            <p:cNvSpPr/>
            <p:nvPr/>
          </p:nvSpPr>
          <p:spPr>
            <a:xfrm>
              <a:off x="1142997" y="3429000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2037292" y="253470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238524" y="253470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2037292" y="432329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238524" y="4323295"/>
              <a:ext cx="894295" cy="89429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grpSp>
        <p:nvGrpSpPr>
          <p:cNvPr id="306" name="Google Shape;306;p7"/>
          <p:cNvGrpSpPr/>
          <p:nvPr/>
        </p:nvGrpSpPr>
        <p:grpSpPr>
          <a:xfrm>
            <a:off x="5348526" y="3177612"/>
            <a:ext cx="2366055" cy="78867"/>
            <a:chOff x="1066800" y="1066801"/>
            <a:chExt cx="3200399" cy="76200"/>
          </a:xfrm>
        </p:grpSpPr>
        <p:sp>
          <p:nvSpPr>
            <p:cNvPr id="307" name="Google Shape;307;p7"/>
            <p:cNvSpPr/>
            <p:nvPr/>
          </p:nvSpPr>
          <p:spPr>
            <a:xfrm>
              <a:off x="1066800" y="1066801"/>
              <a:ext cx="3200399" cy="76200"/>
            </a:xfrm>
            <a:prstGeom prst="roundRect">
              <a:avLst>
                <a:gd fmla="val 50000" name="adj"/>
              </a:avLst>
            </a:prstGeom>
            <a:solidFill>
              <a:srgbClr val="A5A5A5">
                <a:alpha val="20000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1066801" y="1066801"/>
              <a:ext cx="2235200" cy="762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09" name="Google Shape;309;p7"/>
          <p:cNvSpPr txBox="1"/>
          <p:nvPr/>
        </p:nvSpPr>
        <p:spPr>
          <a:xfrm>
            <a:off x="5252405" y="2523806"/>
            <a:ext cx="2558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5176829" y="2098924"/>
            <a:ext cx="2997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7608659" y="2147477"/>
            <a:ext cx="4839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7319372" y="1209053"/>
            <a:ext cx="4839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6296031" y="793133"/>
            <a:ext cx="4839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5252405" y="1245012"/>
            <a:ext cx="4839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7"/>
          <p:cNvGrpSpPr/>
          <p:nvPr/>
        </p:nvGrpSpPr>
        <p:grpSpPr>
          <a:xfrm>
            <a:off x="5608617" y="1188397"/>
            <a:ext cx="1905997" cy="1969907"/>
            <a:chOff x="1229918" y="3273284"/>
            <a:chExt cx="2352212" cy="2346804"/>
          </a:xfrm>
        </p:grpSpPr>
        <p:grpSp>
          <p:nvGrpSpPr>
            <p:cNvPr id="316" name="Google Shape;316;p7"/>
            <p:cNvGrpSpPr/>
            <p:nvPr/>
          </p:nvGrpSpPr>
          <p:grpSpPr>
            <a:xfrm>
              <a:off x="1229918" y="3273284"/>
              <a:ext cx="2352212" cy="2346804"/>
              <a:chOff x="1229918" y="3273284"/>
              <a:chExt cx="2352212" cy="2346804"/>
            </a:xfrm>
          </p:grpSpPr>
          <p:sp>
            <p:nvSpPr>
              <p:cNvPr id="317" name="Google Shape;317;p7"/>
              <p:cNvSpPr/>
              <p:nvPr/>
            </p:nvSpPr>
            <p:spPr>
              <a:xfrm>
                <a:off x="1235322" y="3273284"/>
                <a:ext cx="2346808" cy="2346804"/>
              </a:xfrm>
              <a:prstGeom prst="arc">
                <a:avLst>
                  <a:gd fmla="val 10605368" name="adj1"/>
                  <a:gd fmla="val 337480" name="adj2"/>
                </a:avLst>
              </a:prstGeom>
              <a:noFill/>
              <a:ln cap="rnd" cmpd="sng" w="209550">
                <a:solidFill>
                  <a:srgbClr val="0C0C0C">
                    <a:alpha val="14509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18" name="Google Shape;318;p7"/>
              <p:cNvSpPr/>
              <p:nvPr/>
            </p:nvSpPr>
            <p:spPr>
              <a:xfrm>
                <a:off x="1229918" y="3273284"/>
                <a:ext cx="2346808" cy="2346804"/>
              </a:xfrm>
              <a:prstGeom prst="arc">
                <a:avLst>
                  <a:gd fmla="val 10639201" name="adj1"/>
                  <a:gd fmla="val 13337092" name="adj2"/>
                </a:avLst>
              </a:prstGeom>
              <a:noFill/>
              <a:ln cap="rnd" cmpd="sng" w="2095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19" name="Google Shape;319;p7"/>
            <p:cNvGrpSpPr/>
            <p:nvPr/>
          </p:nvGrpSpPr>
          <p:grpSpPr>
            <a:xfrm>
              <a:off x="1515085" y="3558450"/>
              <a:ext cx="1781879" cy="1776474"/>
              <a:chOff x="1515085" y="3558450"/>
              <a:chExt cx="1781879" cy="1776474"/>
            </a:xfrm>
          </p:grpSpPr>
          <p:sp>
            <p:nvSpPr>
              <p:cNvPr id="320" name="Google Shape;320;p7"/>
              <p:cNvSpPr/>
              <p:nvPr/>
            </p:nvSpPr>
            <p:spPr>
              <a:xfrm>
                <a:off x="1520489" y="3558450"/>
                <a:ext cx="1776475" cy="1776474"/>
              </a:xfrm>
              <a:prstGeom prst="arc">
                <a:avLst>
                  <a:gd fmla="val 10546781" name="adj1"/>
                  <a:gd fmla="val 443571" name="adj2"/>
                </a:avLst>
              </a:prstGeom>
              <a:noFill/>
              <a:ln cap="rnd" cmpd="sng" w="209550">
                <a:solidFill>
                  <a:srgbClr val="0C0C0C">
                    <a:alpha val="14509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21" name="Google Shape;321;p7"/>
              <p:cNvSpPr/>
              <p:nvPr/>
            </p:nvSpPr>
            <p:spPr>
              <a:xfrm>
                <a:off x="1515085" y="3558450"/>
                <a:ext cx="1776475" cy="1776474"/>
              </a:xfrm>
              <a:prstGeom prst="arc">
                <a:avLst>
                  <a:gd fmla="val 10640689" name="adj1"/>
                  <a:gd fmla="val 16108895" name="adj2"/>
                </a:avLst>
              </a:prstGeom>
              <a:noFill/>
              <a:ln cap="rnd" cmpd="sng" w="20955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322" name="Google Shape;322;p7"/>
            <p:cNvGrpSpPr/>
            <p:nvPr/>
          </p:nvGrpSpPr>
          <p:grpSpPr>
            <a:xfrm>
              <a:off x="1801275" y="3844641"/>
              <a:ext cx="1209499" cy="1204094"/>
              <a:chOff x="1801275" y="3844641"/>
              <a:chExt cx="1209499" cy="1204094"/>
            </a:xfrm>
          </p:grpSpPr>
          <p:sp>
            <p:nvSpPr>
              <p:cNvPr id="323" name="Google Shape;323;p7"/>
              <p:cNvSpPr/>
              <p:nvPr/>
            </p:nvSpPr>
            <p:spPr>
              <a:xfrm>
                <a:off x="1806679" y="3844641"/>
                <a:ext cx="1204095" cy="1204094"/>
              </a:xfrm>
              <a:prstGeom prst="arc">
                <a:avLst>
                  <a:gd fmla="val 10504751" name="adj1"/>
                  <a:gd fmla="val 515107" name="adj2"/>
                </a:avLst>
              </a:prstGeom>
              <a:noFill/>
              <a:ln cap="rnd" cmpd="sng" w="209550">
                <a:solidFill>
                  <a:srgbClr val="0C0C0C">
                    <a:alpha val="14509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1801275" y="3844641"/>
                <a:ext cx="1204095" cy="1204094"/>
              </a:xfrm>
              <a:prstGeom prst="arc">
                <a:avLst>
                  <a:gd fmla="val 10507699" name="adj1"/>
                  <a:gd fmla="val 18052884" name="adj2"/>
                </a:avLst>
              </a:prstGeom>
              <a:noFill/>
              <a:ln cap="rnd" cmpd="sng" w="2095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id="325" name="Google Shape;325;p7"/>
          <p:cNvSpPr txBox="1"/>
          <p:nvPr/>
        </p:nvSpPr>
        <p:spPr>
          <a:xfrm>
            <a:off x="5252400" y="3806250"/>
            <a:ext cx="31554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14300" lvl="0" marL="1714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lus Jakarta Sans"/>
              <a:buChar char="●"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Talep edilen desteğin olmazsa olmaz etkisi</a:t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14300" lvl="0" marL="1714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lus Jakarta Sans"/>
              <a:buChar char="●"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 destek gelmezse nerede tıkanılacağı</a:t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14300" lvl="0" marL="1714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lus Jakarta Sans"/>
              <a:buChar char="●"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 desteğin açacağı kritik eşik</a:t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14300" lvl="0" marL="1714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lus Jakarta Sans"/>
              <a:buChar char="●"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Alternatif olarak nereden destek temin edilebileceği</a:t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5252405" y="3458316"/>
            <a:ext cx="23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“Mikro” Fonlamanın Önemi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7" title="concept-of-different-stationery-accessories-top-v-2026-01-09-07-51-26-utc.jpg"/>
          <p:cNvPicPr preferRelativeResize="0"/>
          <p:nvPr/>
        </p:nvPicPr>
        <p:blipFill rotWithShape="1">
          <a:blip r:embed="rId3">
            <a:alphaModFix/>
          </a:blip>
          <a:srcRect b="28842" l="0" r="0" t="28847"/>
          <a:stretch/>
        </p:blipFill>
        <p:spPr>
          <a:xfrm>
            <a:off x="959644" y="1939529"/>
            <a:ext cx="1892192" cy="1201173"/>
          </a:xfrm>
          <a:custGeom>
            <a:rect b="b" l="l" r="r" t="t"/>
            <a:pathLst>
              <a:path extrusionOk="0" h="1601564" w="2522923">
                <a:moveTo>
                  <a:pt x="0" y="0"/>
                </a:moveTo>
                <a:lnTo>
                  <a:pt x="2522923" y="0"/>
                </a:lnTo>
                <a:lnTo>
                  <a:pt x="2522923" y="1601564"/>
                </a:lnTo>
                <a:lnTo>
                  <a:pt x="0" y="160156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28" name="Google Shape;328;p7" title="immerse-in-teacher-s-day-feel-through-vertical-top-2026-01-06-09-17-24-utc.jpg"/>
          <p:cNvPicPr preferRelativeResize="0"/>
          <p:nvPr/>
        </p:nvPicPr>
        <p:blipFill rotWithShape="1">
          <a:blip r:embed="rId4">
            <a:alphaModFix/>
          </a:blip>
          <a:srcRect b="28813" l="0" r="0" t="28813"/>
          <a:stretch/>
        </p:blipFill>
        <p:spPr>
          <a:xfrm>
            <a:off x="2989660" y="1939529"/>
            <a:ext cx="1892192" cy="1201173"/>
          </a:xfrm>
          <a:custGeom>
            <a:rect b="b" l="l" r="r" t="t"/>
            <a:pathLst>
              <a:path extrusionOk="0" h="1601564" w="2522923">
                <a:moveTo>
                  <a:pt x="0" y="0"/>
                </a:moveTo>
                <a:lnTo>
                  <a:pt x="2522923" y="0"/>
                </a:lnTo>
                <a:lnTo>
                  <a:pt x="2522923" y="1601564"/>
                </a:lnTo>
                <a:lnTo>
                  <a:pt x="0" y="160156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29" name="Google Shape;329;p7" title="orange-and-purple-color-abstract-background-from-m-2026-01-06-00-09-07-utc.jpg"/>
          <p:cNvPicPr preferRelativeResize="0"/>
          <p:nvPr/>
        </p:nvPicPr>
        <p:blipFill rotWithShape="1">
          <a:blip r:embed="rId5">
            <a:alphaModFix/>
          </a:blip>
          <a:srcRect b="2362" l="0" r="0" t="2362"/>
          <a:stretch/>
        </p:blipFill>
        <p:spPr>
          <a:xfrm>
            <a:off x="959644" y="3306366"/>
            <a:ext cx="1892192" cy="1201173"/>
          </a:xfrm>
          <a:custGeom>
            <a:rect b="b" l="l" r="r" t="t"/>
            <a:pathLst>
              <a:path extrusionOk="0" h="1601564" w="2522923">
                <a:moveTo>
                  <a:pt x="0" y="0"/>
                </a:moveTo>
                <a:lnTo>
                  <a:pt x="2522923" y="0"/>
                </a:lnTo>
                <a:lnTo>
                  <a:pt x="2522923" y="1601564"/>
                </a:lnTo>
                <a:lnTo>
                  <a:pt x="0" y="1601564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30" name="Google Shape;330;p7" title="yellow-variation-on-purple-background-2026-01-05-06-35-50-utc.jpg"/>
          <p:cNvPicPr preferRelativeResize="0"/>
          <p:nvPr/>
        </p:nvPicPr>
        <p:blipFill rotWithShape="1">
          <a:blip r:embed="rId6">
            <a:alphaModFix/>
          </a:blip>
          <a:srcRect b="2399" l="0" r="0" t="2389"/>
          <a:stretch/>
        </p:blipFill>
        <p:spPr>
          <a:xfrm>
            <a:off x="2989660" y="3306366"/>
            <a:ext cx="1892192" cy="1201173"/>
          </a:xfrm>
          <a:custGeom>
            <a:rect b="b" l="l" r="r" t="t"/>
            <a:pathLst>
              <a:path extrusionOk="0" h="1601564" w="2522923">
                <a:moveTo>
                  <a:pt x="0" y="0"/>
                </a:moveTo>
                <a:lnTo>
                  <a:pt x="2522923" y="0"/>
                </a:lnTo>
                <a:lnTo>
                  <a:pt x="2522923" y="1601564"/>
                </a:lnTo>
                <a:lnTo>
                  <a:pt x="0" y="160156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31" name="Google Shape;331;p7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2" name="Google Shape;332;p7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Konya - 2026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33" name="Google Shape;333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-295502" y="2333076"/>
            <a:ext cx="1145601" cy="4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2aab7003b_0_11"/>
          <p:cNvSpPr txBox="1"/>
          <p:nvPr/>
        </p:nvSpPr>
        <p:spPr>
          <a:xfrm>
            <a:off x="996302" y="227026"/>
            <a:ext cx="55758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Plus Jakarta Sans"/>
              <a:buNone/>
            </a:pPr>
            <a:r>
              <a:rPr b="1" lang="en" sz="5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Beklenen Çıktı ve Ağ Etkisi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c2aab7003b_0_11"/>
          <p:cNvSpPr/>
          <p:nvPr/>
        </p:nvSpPr>
        <p:spPr>
          <a:xfrm>
            <a:off x="897561" y="3207971"/>
            <a:ext cx="1282500" cy="1566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c2aab7003b_0_11"/>
          <p:cNvSpPr/>
          <p:nvPr/>
        </p:nvSpPr>
        <p:spPr>
          <a:xfrm>
            <a:off x="2414120" y="2876678"/>
            <a:ext cx="1282500" cy="18981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c2aab7003b_0_11"/>
          <p:cNvSpPr/>
          <p:nvPr/>
        </p:nvSpPr>
        <p:spPr>
          <a:xfrm>
            <a:off x="3930680" y="3207971"/>
            <a:ext cx="1282500" cy="1566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c2aab7003b_0_11"/>
          <p:cNvSpPr/>
          <p:nvPr/>
        </p:nvSpPr>
        <p:spPr>
          <a:xfrm>
            <a:off x="5447240" y="2715509"/>
            <a:ext cx="1282500" cy="2059500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c2aab7003b_0_11"/>
          <p:cNvSpPr/>
          <p:nvPr/>
        </p:nvSpPr>
        <p:spPr>
          <a:xfrm>
            <a:off x="6963799" y="2196185"/>
            <a:ext cx="1282500" cy="2578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g3c2aab7003b_0_11"/>
          <p:cNvCxnSpPr/>
          <p:nvPr/>
        </p:nvCxnSpPr>
        <p:spPr>
          <a:xfrm>
            <a:off x="897562" y="2573135"/>
            <a:ext cx="0" cy="84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5" name="Google Shape;345;g3c2aab7003b_0_11"/>
          <p:cNvCxnSpPr/>
          <p:nvPr/>
        </p:nvCxnSpPr>
        <p:spPr>
          <a:xfrm>
            <a:off x="2414120" y="2149289"/>
            <a:ext cx="0" cy="84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6" name="Google Shape;346;g3c2aab7003b_0_11"/>
          <p:cNvCxnSpPr/>
          <p:nvPr/>
        </p:nvCxnSpPr>
        <p:spPr>
          <a:xfrm>
            <a:off x="3930680" y="2573135"/>
            <a:ext cx="0" cy="84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7" name="Google Shape;347;g3c2aab7003b_0_11"/>
          <p:cNvCxnSpPr/>
          <p:nvPr/>
        </p:nvCxnSpPr>
        <p:spPr>
          <a:xfrm>
            <a:off x="5447240" y="1943093"/>
            <a:ext cx="0" cy="84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8" name="Google Shape;348;g3c2aab7003b_0_11"/>
          <p:cNvCxnSpPr/>
          <p:nvPr/>
        </p:nvCxnSpPr>
        <p:spPr>
          <a:xfrm>
            <a:off x="6963799" y="1533600"/>
            <a:ext cx="0" cy="66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49" name="Google Shape;349;g3c2aab7003b_0_11"/>
          <p:cNvGrpSpPr/>
          <p:nvPr/>
        </p:nvGrpSpPr>
        <p:grpSpPr>
          <a:xfrm>
            <a:off x="996303" y="2069867"/>
            <a:ext cx="1183950" cy="964799"/>
            <a:chOff x="1328404" y="2994272"/>
            <a:chExt cx="1578600" cy="1286399"/>
          </a:xfrm>
        </p:grpSpPr>
        <p:sp>
          <p:nvSpPr>
            <p:cNvPr id="350" name="Google Shape;350;g3c2aab7003b_0_11"/>
            <p:cNvSpPr txBox="1"/>
            <p:nvPr/>
          </p:nvSpPr>
          <p:spPr>
            <a:xfrm>
              <a:off x="1328404" y="3449671"/>
              <a:ext cx="15786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Destek sonrası ortaya çıkacak net çıktı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c2aab7003b_0_11"/>
            <p:cNvSpPr txBox="1"/>
            <p:nvPr/>
          </p:nvSpPr>
          <p:spPr>
            <a:xfrm>
              <a:off x="1328404" y="2994272"/>
              <a:ext cx="150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21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g3c2aab7003b_0_11"/>
          <p:cNvGrpSpPr/>
          <p:nvPr/>
        </p:nvGrpSpPr>
        <p:grpSpPr>
          <a:xfrm>
            <a:off x="4029422" y="2067650"/>
            <a:ext cx="1183950" cy="757124"/>
            <a:chOff x="1328404" y="2994272"/>
            <a:chExt cx="1578600" cy="1009499"/>
          </a:xfrm>
        </p:grpSpPr>
        <p:sp>
          <p:nvSpPr>
            <p:cNvPr id="353" name="Google Shape;353;g3c2aab7003b_0_11"/>
            <p:cNvSpPr txBox="1"/>
            <p:nvPr/>
          </p:nvSpPr>
          <p:spPr>
            <a:xfrm>
              <a:off x="1328404" y="3449671"/>
              <a:ext cx="157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Görünürlük ve ekosistem etkisi</a:t>
              </a:r>
              <a:endParaRPr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54" name="Google Shape;354;g3c2aab7003b_0_11"/>
            <p:cNvSpPr txBox="1"/>
            <p:nvPr/>
          </p:nvSpPr>
          <p:spPr>
            <a:xfrm>
              <a:off x="1328404" y="2994272"/>
              <a:ext cx="150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21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3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g3c2aab7003b_0_11"/>
          <p:cNvGrpSpPr/>
          <p:nvPr/>
        </p:nvGrpSpPr>
        <p:grpSpPr>
          <a:xfrm>
            <a:off x="2492225" y="1813570"/>
            <a:ext cx="1323900" cy="964805"/>
            <a:chOff x="1273308" y="3095872"/>
            <a:chExt cx="1765200" cy="1286407"/>
          </a:xfrm>
        </p:grpSpPr>
        <p:sp>
          <p:nvSpPr>
            <p:cNvPr id="356" name="Google Shape;356;g3c2aab7003b_0_11"/>
            <p:cNvSpPr txBox="1"/>
            <p:nvPr/>
          </p:nvSpPr>
          <p:spPr>
            <a:xfrm>
              <a:off x="1273308" y="3551279"/>
              <a:ext cx="17652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Bu çıktının kullanılabilir / sergilenebilir / paylaşılabilir olması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c2aab7003b_0_11"/>
            <p:cNvSpPr txBox="1"/>
            <p:nvPr/>
          </p:nvSpPr>
          <p:spPr>
            <a:xfrm>
              <a:off x="1295417" y="3095872"/>
              <a:ext cx="150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21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g3c2aab7003b_0_11"/>
          <p:cNvGrpSpPr/>
          <p:nvPr/>
        </p:nvGrpSpPr>
        <p:grpSpPr>
          <a:xfrm>
            <a:off x="5545985" y="1533600"/>
            <a:ext cx="1183950" cy="964799"/>
            <a:chOff x="1328404" y="2994272"/>
            <a:chExt cx="1578600" cy="1286399"/>
          </a:xfrm>
        </p:grpSpPr>
        <p:sp>
          <p:nvSpPr>
            <p:cNvPr id="359" name="Google Shape;359;g3c2aab7003b_0_11"/>
            <p:cNvSpPr txBox="1"/>
            <p:nvPr/>
          </p:nvSpPr>
          <p:spPr>
            <a:xfrm>
              <a:off x="1328404" y="3449671"/>
              <a:ext cx="15786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Açık inovasyon süreçlerine katkı biçimi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c2aab7003b_0_11"/>
            <p:cNvSpPr txBox="1"/>
            <p:nvPr/>
          </p:nvSpPr>
          <p:spPr>
            <a:xfrm>
              <a:off x="1328404" y="2994272"/>
              <a:ext cx="150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21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4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g3c2aab7003b_0_11"/>
          <p:cNvGrpSpPr/>
          <p:nvPr/>
        </p:nvGrpSpPr>
        <p:grpSpPr>
          <a:xfrm>
            <a:off x="7062543" y="1054824"/>
            <a:ext cx="1183950" cy="964799"/>
            <a:chOff x="1328404" y="2994272"/>
            <a:chExt cx="1578600" cy="1286399"/>
          </a:xfrm>
        </p:grpSpPr>
        <p:sp>
          <p:nvSpPr>
            <p:cNvPr id="362" name="Google Shape;362;g3c2aab7003b_0_11"/>
            <p:cNvSpPr txBox="1"/>
            <p:nvPr/>
          </p:nvSpPr>
          <p:spPr>
            <a:xfrm>
              <a:off x="1328404" y="3449671"/>
              <a:ext cx="15786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Divizyon Komünite’ye  katkı biçimi</a:t>
              </a:r>
              <a:endParaRPr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63" name="Google Shape;363;g3c2aab7003b_0_11"/>
            <p:cNvSpPr txBox="1"/>
            <p:nvPr/>
          </p:nvSpPr>
          <p:spPr>
            <a:xfrm>
              <a:off x="1328404" y="2994272"/>
              <a:ext cx="150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21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5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g3c2aab7003b_0_11"/>
          <p:cNvSpPr txBox="1"/>
          <p:nvPr/>
        </p:nvSpPr>
        <p:spPr>
          <a:xfrm>
            <a:off x="975675" y="4286606"/>
            <a:ext cx="112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Çıktının Doğrulanabilirliği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365" name="Google Shape;365;g3c2aab7003b_0_11"/>
          <p:cNvSpPr txBox="1"/>
          <p:nvPr/>
        </p:nvSpPr>
        <p:spPr>
          <a:xfrm>
            <a:off x="2492233" y="4325723"/>
            <a:ext cx="112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Çıktının Kullanım / Sergileme Biçimi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366" name="Google Shape;366;g3c2aab7003b_0_11"/>
          <p:cNvSpPr txBox="1"/>
          <p:nvPr/>
        </p:nvSpPr>
        <p:spPr>
          <a:xfrm>
            <a:off x="4029422" y="4338066"/>
            <a:ext cx="112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Öğrenim ve Aktarım Değeri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367" name="Google Shape;367;g3c2aab7003b_0_11"/>
          <p:cNvSpPr txBox="1"/>
          <p:nvPr/>
        </p:nvSpPr>
        <p:spPr>
          <a:xfrm>
            <a:off x="5525354" y="4224783"/>
            <a:ext cx="1126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Devamlılık / Sonraki Adım Potansiyeli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368" name="Google Shape;368;g3c2aab7003b_0_11"/>
          <p:cNvSpPr txBox="1"/>
          <p:nvPr/>
        </p:nvSpPr>
        <p:spPr>
          <a:xfrm>
            <a:off x="7062542" y="4362806"/>
            <a:ext cx="112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26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Öğrenim ve Aktarım Değeri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grpSp>
        <p:nvGrpSpPr>
          <p:cNvPr id="369" name="Google Shape;369;g3c2aab7003b_0_11"/>
          <p:cNvGrpSpPr/>
          <p:nvPr/>
        </p:nvGrpSpPr>
        <p:grpSpPr>
          <a:xfrm>
            <a:off x="8159011" y="335328"/>
            <a:ext cx="258265" cy="257289"/>
            <a:chOff x="238524" y="2534705"/>
            <a:chExt cx="2693068" cy="2682890"/>
          </a:xfrm>
        </p:grpSpPr>
        <p:sp>
          <p:nvSpPr>
            <p:cNvPr id="370" name="Google Shape;370;g3c2aab7003b_0_11"/>
            <p:cNvSpPr/>
            <p:nvPr/>
          </p:nvSpPr>
          <p:spPr>
            <a:xfrm>
              <a:off x="1142997" y="3429000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71" name="Google Shape;371;g3c2aab7003b_0_11"/>
            <p:cNvSpPr/>
            <p:nvPr/>
          </p:nvSpPr>
          <p:spPr>
            <a:xfrm>
              <a:off x="2037292" y="253470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72" name="Google Shape;372;g3c2aab7003b_0_11"/>
            <p:cNvSpPr/>
            <p:nvPr/>
          </p:nvSpPr>
          <p:spPr>
            <a:xfrm>
              <a:off x="238524" y="253470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73" name="Google Shape;373;g3c2aab7003b_0_11"/>
            <p:cNvSpPr/>
            <p:nvPr/>
          </p:nvSpPr>
          <p:spPr>
            <a:xfrm>
              <a:off x="2037292" y="432329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74" name="Google Shape;374;g3c2aab7003b_0_11"/>
            <p:cNvSpPr/>
            <p:nvPr/>
          </p:nvSpPr>
          <p:spPr>
            <a:xfrm>
              <a:off x="238524" y="432329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sp>
        <p:nvSpPr>
          <p:cNvPr id="375" name="Google Shape;375;g3c2aab7003b_0_11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6" name="Google Shape;376;g3c2aab7003b_0_11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Konya - 2026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77" name="Google Shape;377;g3c2aab7003b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01831" y="2328800"/>
            <a:ext cx="1144500" cy="4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g3c2aab7003b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775" y="206850"/>
            <a:ext cx="2147901" cy="21479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c2aab7003b_0_96"/>
          <p:cNvSpPr txBox="1"/>
          <p:nvPr/>
        </p:nvSpPr>
        <p:spPr>
          <a:xfrm>
            <a:off x="982326" y="782600"/>
            <a:ext cx="5038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us Jakarta Sans"/>
              <a:buNone/>
            </a:pPr>
            <a:r>
              <a:rPr b="1" lang="en" sz="5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Teşekkürler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g3c2aab7003b_0_96"/>
          <p:cNvGrpSpPr/>
          <p:nvPr/>
        </p:nvGrpSpPr>
        <p:grpSpPr>
          <a:xfrm>
            <a:off x="8157137" y="385779"/>
            <a:ext cx="258265" cy="257289"/>
            <a:chOff x="238524" y="2534705"/>
            <a:chExt cx="2693068" cy="2682890"/>
          </a:xfrm>
        </p:grpSpPr>
        <p:sp>
          <p:nvSpPr>
            <p:cNvPr id="385" name="Google Shape;385;g3c2aab7003b_0_96"/>
            <p:cNvSpPr/>
            <p:nvPr/>
          </p:nvSpPr>
          <p:spPr>
            <a:xfrm>
              <a:off x="1142997" y="3429000"/>
              <a:ext cx="894300" cy="89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86" name="Google Shape;386;g3c2aab7003b_0_96"/>
            <p:cNvSpPr/>
            <p:nvPr/>
          </p:nvSpPr>
          <p:spPr>
            <a:xfrm>
              <a:off x="2037292" y="2534705"/>
              <a:ext cx="894300" cy="89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87" name="Google Shape;387;g3c2aab7003b_0_96"/>
            <p:cNvSpPr/>
            <p:nvPr/>
          </p:nvSpPr>
          <p:spPr>
            <a:xfrm>
              <a:off x="238524" y="2534705"/>
              <a:ext cx="894300" cy="89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88" name="Google Shape;388;g3c2aab7003b_0_96"/>
            <p:cNvSpPr/>
            <p:nvPr/>
          </p:nvSpPr>
          <p:spPr>
            <a:xfrm>
              <a:off x="2037292" y="4323295"/>
              <a:ext cx="894300" cy="89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389" name="Google Shape;389;g3c2aab7003b_0_96"/>
            <p:cNvSpPr/>
            <p:nvPr/>
          </p:nvSpPr>
          <p:spPr>
            <a:xfrm>
              <a:off x="238524" y="4323295"/>
              <a:ext cx="894300" cy="89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grpSp>
        <p:nvGrpSpPr>
          <p:cNvPr id="390" name="Google Shape;390;g3c2aab7003b_0_96"/>
          <p:cNvGrpSpPr/>
          <p:nvPr/>
        </p:nvGrpSpPr>
        <p:grpSpPr>
          <a:xfrm>
            <a:off x="1178696" y="579837"/>
            <a:ext cx="455321" cy="99792"/>
            <a:chOff x="8637783" y="6138044"/>
            <a:chExt cx="641930" cy="140711"/>
          </a:xfrm>
        </p:grpSpPr>
        <p:sp>
          <p:nvSpPr>
            <p:cNvPr id="391" name="Google Shape;391;g3c2aab7003b_0_96"/>
            <p:cNvSpPr/>
            <p:nvPr/>
          </p:nvSpPr>
          <p:spPr>
            <a:xfrm>
              <a:off x="8637783" y="6138055"/>
              <a:ext cx="140700" cy="140700"/>
            </a:xfrm>
            <a:prstGeom prst="ellipse">
              <a:avLst/>
            </a:prstGeom>
            <a:solidFill>
              <a:schemeClr val="dk1">
                <a:alpha val="20000"/>
              </a:schemeClr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g3c2aab7003b_0_96"/>
            <p:cNvSpPr/>
            <p:nvPr/>
          </p:nvSpPr>
          <p:spPr>
            <a:xfrm>
              <a:off x="8888398" y="6138044"/>
              <a:ext cx="140700" cy="140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g3c2aab7003b_0_96"/>
            <p:cNvSpPr/>
            <p:nvPr/>
          </p:nvSpPr>
          <p:spPr>
            <a:xfrm>
              <a:off x="9139013" y="6138055"/>
              <a:ext cx="140700" cy="140700"/>
            </a:xfrm>
            <a:prstGeom prst="ellipse">
              <a:avLst/>
            </a:prstGeom>
            <a:solidFill>
              <a:schemeClr val="dk1">
                <a:alpha val="20000"/>
              </a:schemeClr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g3c2aab7003b_0_96"/>
          <p:cNvSpPr txBox="1"/>
          <p:nvPr/>
        </p:nvSpPr>
        <p:spPr>
          <a:xfrm>
            <a:off x="5579775" y="3072425"/>
            <a:ext cx="2980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 Başvurusunda Bulunan Ekip </a:t>
            </a:r>
            <a:endParaRPr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Ekip Üyeleri Ad ve Soyadı</a:t>
            </a:r>
            <a:endParaRPr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95" name="Google Shape;395;g3c2aab7003b_0_96"/>
          <p:cNvGrpSpPr/>
          <p:nvPr/>
        </p:nvGrpSpPr>
        <p:grpSpPr>
          <a:xfrm>
            <a:off x="5579782" y="2571750"/>
            <a:ext cx="343800" cy="343800"/>
            <a:chOff x="7583424" y="1710069"/>
            <a:chExt cx="458400" cy="458400"/>
          </a:xfrm>
        </p:grpSpPr>
        <p:sp>
          <p:nvSpPr>
            <p:cNvPr id="396" name="Google Shape;396;g3c2aab7003b_0_96"/>
            <p:cNvSpPr/>
            <p:nvPr/>
          </p:nvSpPr>
          <p:spPr>
            <a:xfrm>
              <a:off x="7583424" y="1710069"/>
              <a:ext cx="458400" cy="45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97" name="Google Shape;397;g3c2aab7003b_0_96"/>
            <p:cNvGrpSpPr/>
            <p:nvPr/>
          </p:nvGrpSpPr>
          <p:grpSpPr>
            <a:xfrm>
              <a:off x="7764941" y="1891586"/>
              <a:ext cx="95250" cy="95250"/>
              <a:chOff x="6048375" y="3381375"/>
              <a:chExt cx="95250" cy="95250"/>
            </a:xfrm>
          </p:grpSpPr>
          <p:sp>
            <p:nvSpPr>
              <p:cNvPr id="398" name="Google Shape;398;g3c2aab7003b_0_96"/>
              <p:cNvSpPr/>
              <p:nvPr/>
            </p:nvSpPr>
            <p:spPr>
              <a:xfrm>
                <a:off x="6048375" y="3381375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0" y="95250"/>
                    </a:moveTo>
                    <a:lnTo>
                      <a:pt x="95250" y="0"/>
                    </a:lnTo>
                  </a:path>
                </a:pathLst>
              </a:custGeom>
              <a:noFill/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99" name="Google Shape;399;g3c2aab7003b_0_96"/>
              <p:cNvSpPr/>
              <p:nvPr/>
            </p:nvSpPr>
            <p:spPr>
              <a:xfrm>
                <a:off x="6048375" y="3381375"/>
                <a:ext cx="95250" cy="95250"/>
              </a:xfrm>
              <a:custGeom>
                <a:rect b="b" l="l" r="r" t="t"/>
                <a:pathLst>
                  <a:path extrusionOk="0" h="95250" w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</a:path>
                </a:pathLst>
              </a:custGeom>
              <a:noFill/>
              <a:ln cap="rnd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400" name="Google Shape;400;g3c2aab7003b_0_96" title="diverse-teenagers-teenagers-putting-their-hands-t-2026-01-07-02-24-14-utc.jpg"/>
          <p:cNvPicPr preferRelativeResize="0"/>
          <p:nvPr/>
        </p:nvPicPr>
        <p:blipFill rotWithShape="1">
          <a:blip r:embed="rId4">
            <a:alphaModFix/>
          </a:blip>
          <a:srcRect b="6581" l="0" r="0" t="6590"/>
          <a:stretch/>
        </p:blipFill>
        <p:spPr>
          <a:xfrm>
            <a:off x="982266" y="2353866"/>
            <a:ext cx="3393725" cy="1965409"/>
          </a:xfrm>
          <a:custGeom>
            <a:rect b="b" l="l" r="r" t="t"/>
            <a:pathLst>
              <a:path extrusionOk="0" h="2620545" w="4524967">
                <a:moveTo>
                  <a:pt x="0" y="0"/>
                </a:moveTo>
                <a:lnTo>
                  <a:pt x="4524967" y="0"/>
                </a:lnTo>
                <a:lnTo>
                  <a:pt x="4524967" y="2620545"/>
                </a:lnTo>
                <a:lnTo>
                  <a:pt x="0" y="26205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01" name="Google Shape;401;g3c2aab7003b_0_96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2" name="Google Shape;402;g3c2aab7003b_0_96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Divizyon - 2026</a:t>
            </a:r>
            <a:endParaRPr b="1" i="0" sz="8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03" name="Google Shape;403;g3c2aab7003b_0_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30449" y="2332487"/>
            <a:ext cx="1148499" cy="47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2aab7003b_0_55"/>
          <p:cNvSpPr/>
          <p:nvPr/>
        </p:nvSpPr>
        <p:spPr>
          <a:xfrm>
            <a:off x="880777" y="946918"/>
            <a:ext cx="7382400" cy="164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409" name="Google Shape;409;g3c2aab7003b_0_55"/>
          <p:cNvGrpSpPr/>
          <p:nvPr/>
        </p:nvGrpSpPr>
        <p:grpSpPr>
          <a:xfrm>
            <a:off x="1320061" y="1190081"/>
            <a:ext cx="1819396" cy="1108127"/>
            <a:chOff x="1297589" y="1514954"/>
            <a:chExt cx="2425861" cy="1477502"/>
          </a:xfrm>
        </p:grpSpPr>
        <p:cxnSp>
          <p:nvCxnSpPr>
            <p:cNvPr id="410" name="Google Shape;410;g3c2aab7003b_0_55"/>
            <p:cNvCxnSpPr/>
            <p:nvPr/>
          </p:nvCxnSpPr>
          <p:spPr>
            <a:xfrm>
              <a:off x="1356781" y="1680480"/>
              <a:ext cx="1381200" cy="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1" name="Google Shape;411;g3c2aab7003b_0_55"/>
            <p:cNvSpPr txBox="1"/>
            <p:nvPr/>
          </p:nvSpPr>
          <p:spPr>
            <a:xfrm>
              <a:off x="2592150" y="1514954"/>
              <a:ext cx="1131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Yedek-1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c2aab7003b_0_55"/>
            <p:cNvSpPr txBox="1"/>
            <p:nvPr/>
          </p:nvSpPr>
          <p:spPr>
            <a:xfrm>
              <a:off x="1297589" y="1844522"/>
              <a:ext cx="2111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Teknik Üretim Detayları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c2aab7003b_0_55"/>
            <p:cNvSpPr txBox="1"/>
            <p:nvPr/>
          </p:nvSpPr>
          <p:spPr>
            <a:xfrm>
              <a:off x="1297589" y="2475256"/>
              <a:ext cx="24258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“Bu gerçekten yapılabilir mi?” sorusu gelirse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g3c2aab7003b_0_55"/>
          <p:cNvGrpSpPr/>
          <p:nvPr/>
        </p:nvGrpSpPr>
        <p:grpSpPr>
          <a:xfrm>
            <a:off x="3672184" y="1190081"/>
            <a:ext cx="1819396" cy="1108127"/>
            <a:chOff x="1297589" y="1514954"/>
            <a:chExt cx="2425861" cy="1477502"/>
          </a:xfrm>
        </p:grpSpPr>
        <p:cxnSp>
          <p:nvCxnSpPr>
            <p:cNvPr id="415" name="Google Shape;415;g3c2aab7003b_0_55"/>
            <p:cNvCxnSpPr/>
            <p:nvPr/>
          </p:nvCxnSpPr>
          <p:spPr>
            <a:xfrm>
              <a:off x="1356781" y="1680480"/>
              <a:ext cx="1381200" cy="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6" name="Google Shape;416;g3c2aab7003b_0_55"/>
            <p:cNvSpPr txBox="1"/>
            <p:nvPr/>
          </p:nvSpPr>
          <p:spPr>
            <a:xfrm>
              <a:off x="2592150" y="1514954"/>
              <a:ext cx="1131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Yedek-2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c2aab7003b_0_55"/>
            <p:cNvSpPr txBox="1"/>
            <p:nvPr/>
          </p:nvSpPr>
          <p:spPr>
            <a:xfrm>
              <a:off x="1297589" y="1844522"/>
              <a:ext cx="2111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Demo veya Örnek Çıktılar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c2aab7003b_0_55"/>
            <p:cNvSpPr txBox="1"/>
            <p:nvPr/>
          </p:nvSpPr>
          <p:spPr>
            <a:xfrm>
              <a:off x="1297589" y="2475256"/>
              <a:ext cx="24258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“Bugüne kadar ne yaptınız?” derinleşirse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g3c2aab7003b_0_55"/>
          <p:cNvGrpSpPr/>
          <p:nvPr/>
        </p:nvGrpSpPr>
        <p:grpSpPr>
          <a:xfrm>
            <a:off x="6024306" y="1190081"/>
            <a:ext cx="1819396" cy="1108127"/>
            <a:chOff x="1297589" y="1514954"/>
            <a:chExt cx="2425861" cy="1477502"/>
          </a:xfrm>
        </p:grpSpPr>
        <p:cxnSp>
          <p:nvCxnSpPr>
            <p:cNvPr id="420" name="Google Shape;420;g3c2aab7003b_0_55"/>
            <p:cNvCxnSpPr/>
            <p:nvPr/>
          </p:nvCxnSpPr>
          <p:spPr>
            <a:xfrm>
              <a:off x="1356781" y="1680480"/>
              <a:ext cx="1381200" cy="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1" name="Google Shape;421;g3c2aab7003b_0_55"/>
            <p:cNvSpPr txBox="1"/>
            <p:nvPr/>
          </p:nvSpPr>
          <p:spPr>
            <a:xfrm>
              <a:off x="2592150" y="1514954"/>
              <a:ext cx="1131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Yedek-3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c2aab7003b_0_55"/>
            <p:cNvSpPr txBox="1"/>
            <p:nvPr/>
          </p:nvSpPr>
          <p:spPr>
            <a:xfrm>
              <a:off x="1297589" y="1844522"/>
              <a:ext cx="2111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Alternatif Çözümler ve Karşılaştırma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c2aab7003b_0_55"/>
            <p:cNvSpPr txBox="1"/>
            <p:nvPr/>
          </p:nvSpPr>
          <p:spPr>
            <a:xfrm>
              <a:off x="1297589" y="2475256"/>
              <a:ext cx="24258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rgbClr val="F2F2F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“Bu zaten yapılıyor mu?” sorusu gelirse (Pazar Analizi-101)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g3c2aab7003b_0_55"/>
          <p:cNvSpPr/>
          <p:nvPr/>
        </p:nvSpPr>
        <p:spPr>
          <a:xfrm>
            <a:off x="880777" y="2755002"/>
            <a:ext cx="7382400" cy="164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425" name="Google Shape;425;g3c2aab7003b_0_55"/>
          <p:cNvGrpSpPr/>
          <p:nvPr/>
        </p:nvGrpSpPr>
        <p:grpSpPr>
          <a:xfrm>
            <a:off x="1320049" y="2998165"/>
            <a:ext cx="1819407" cy="1235786"/>
            <a:chOff x="1297574" y="1514954"/>
            <a:chExt cx="2425876" cy="1647715"/>
          </a:xfrm>
        </p:grpSpPr>
        <p:cxnSp>
          <p:nvCxnSpPr>
            <p:cNvPr id="426" name="Google Shape;426;g3c2aab7003b_0_55"/>
            <p:cNvCxnSpPr/>
            <p:nvPr/>
          </p:nvCxnSpPr>
          <p:spPr>
            <a:xfrm>
              <a:off x="1356781" y="1680480"/>
              <a:ext cx="1381200" cy="0"/>
            </a:xfrm>
            <a:prstGeom prst="straightConnector1">
              <a:avLst/>
            </a:prstGeom>
            <a:noFill/>
            <a:ln cap="flat" cmpd="sng" w="12700">
              <a:solidFill>
                <a:schemeClr val="dk1">
                  <a:alpha val="3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7" name="Google Shape;427;g3c2aab7003b_0_55"/>
            <p:cNvSpPr txBox="1"/>
            <p:nvPr/>
          </p:nvSpPr>
          <p:spPr>
            <a:xfrm>
              <a:off x="2592150" y="1514954"/>
              <a:ext cx="1131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Yedek-4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c2aab7003b_0_55"/>
            <p:cNvSpPr txBox="1"/>
            <p:nvPr/>
          </p:nvSpPr>
          <p:spPr>
            <a:xfrm>
              <a:off x="1297574" y="1844534"/>
              <a:ext cx="22809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Riskler, Bağımlılıklar ve Önlemler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c2aab7003b_0_55"/>
            <p:cNvSpPr txBox="1"/>
            <p:nvPr/>
          </p:nvSpPr>
          <p:spPr>
            <a:xfrm>
              <a:off x="1297589" y="2645469"/>
              <a:ext cx="24258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“Bu iş nerede başarısız olur?” sorusu gelirse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g3c2aab7003b_0_55"/>
          <p:cNvGrpSpPr/>
          <p:nvPr/>
        </p:nvGrpSpPr>
        <p:grpSpPr>
          <a:xfrm>
            <a:off x="3672184" y="2998165"/>
            <a:ext cx="1819396" cy="1248156"/>
            <a:chOff x="1297589" y="1514954"/>
            <a:chExt cx="2425861" cy="1664208"/>
          </a:xfrm>
        </p:grpSpPr>
        <p:cxnSp>
          <p:nvCxnSpPr>
            <p:cNvPr id="431" name="Google Shape;431;g3c2aab7003b_0_55"/>
            <p:cNvCxnSpPr/>
            <p:nvPr/>
          </p:nvCxnSpPr>
          <p:spPr>
            <a:xfrm>
              <a:off x="1356781" y="1680480"/>
              <a:ext cx="1381200" cy="0"/>
            </a:xfrm>
            <a:prstGeom prst="straightConnector1">
              <a:avLst/>
            </a:prstGeom>
            <a:noFill/>
            <a:ln cap="flat" cmpd="sng" w="12700">
              <a:solidFill>
                <a:schemeClr val="dk1">
                  <a:alpha val="3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2" name="Google Shape;432;g3c2aab7003b_0_55"/>
            <p:cNvSpPr txBox="1"/>
            <p:nvPr/>
          </p:nvSpPr>
          <p:spPr>
            <a:xfrm>
              <a:off x="2592150" y="1514954"/>
              <a:ext cx="1131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Yedek-5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3c2aab7003b_0_55"/>
            <p:cNvSpPr txBox="1"/>
            <p:nvPr/>
          </p:nvSpPr>
          <p:spPr>
            <a:xfrm>
              <a:off x="1297589" y="1844522"/>
              <a:ext cx="21117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Detaylı Zamanlama &amp; Yol Haritası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c2aab7003b_0_55"/>
            <p:cNvSpPr txBox="1"/>
            <p:nvPr/>
          </p:nvSpPr>
          <p:spPr>
            <a:xfrm>
              <a:off x="1297589" y="2661962"/>
              <a:ext cx="24258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Destek süresinin yeterliliği konuşulursa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g3c2aab7003b_0_55"/>
          <p:cNvGrpSpPr/>
          <p:nvPr/>
        </p:nvGrpSpPr>
        <p:grpSpPr>
          <a:xfrm>
            <a:off x="6024299" y="2998165"/>
            <a:ext cx="1819402" cy="1233807"/>
            <a:chOff x="1297580" y="1514954"/>
            <a:chExt cx="2425870" cy="1645076"/>
          </a:xfrm>
        </p:grpSpPr>
        <p:cxnSp>
          <p:nvCxnSpPr>
            <p:cNvPr id="436" name="Google Shape;436;g3c2aab7003b_0_55"/>
            <p:cNvCxnSpPr/>
            <p:nvPr/>
          </p:nvCxnSpPr>
          <p:spPr>
            <a:xfrm>
              <a:off x="1356781" y="1680480"/>
              <a:ext cx="1381200" cy="0"/>
            </a:xfrm>
            <a:prstGeom prst="straightConnector1">
              <a:avLst/>
            </a:prstGeom>
            <a:noFill/>
            <a:ln cap="flat" cmpd="sng" w="12700">
              <a:solidFill>
                <a:schemeClr val="dk1">
                  <a:alpha val="3451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7" name="Google Shape;437;g3c2aab7003b_0_55"/>
            <p:cNvSpPr txBox="1"/>
            <p:nvPr/>
          </p:nvSpPr>
          <p:spPr>
            <a:xfrm>
              <a:off x="2592150" y="1514954"/>
              <a:ext cx="11313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Yedek-6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c2aab7003b_0_55"/>
            <p:cNvSpPr txBox="1"/>
            <p:nvPr/>
          </p:nvSpPr>
          <p:spPr>
            <a:xfrm>
              <a:off x="1297580" y="1844534"/>
              <a:ext cx="24258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Görünürlük &amp; Yaygınlaştırma Planı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3c2aab7003b_0_55"/>
            <p:cNvSpPr txBox="1"/>
            <p:nvPr/>
          </p:nvSpPr>
          <p:spPr>
            <a:xfrm>
              <a:off x="1297589" y="2642830"/>
              <a:ext cx="24258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900">
                  <a:solidFill>
                    <a:srgbClr val="26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Görünürlük veya yaygınlık beklentileri konuşulursa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g3c2aab7003b_0_55"/>
          <p:cNvGrpSpPr/>
          <p:nvPr/>
        </p:nvGrpSpPr>
        <p:grpSpPr>
          <a:xfrm>
            <a:off x="8157137" y="385779"/>
            <a:ext cx="258265" cy="257289"/>
            <a:chOff x="238524" y="2534705"/>
            <a:chExt cx="2693068" cy="2682890"/>
          </a:xfrm>
        </p:grpSpPr>
        <p:sp>
          <p:nvSpPr>
            <p:cNvPr id="441" name="Google Shape;441;g3c2aab7003b_0_55"/>
            <p:cNvSpPr/>
            <p:nvPr/>
          </p:nvSpPr>
          <p:spPr>
            <a:xfrm>
              <a:off x="1142997" y="3429000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442" name="Google Shape;442;g3c2aab7003b_0_55"/>
            <p:cNvSpPr/>
            <p:nvPr/>
          </p:nvSpPr>
          <p:spPr>
            <a:xfrm>
              <a:off x="2037292" y="253470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443" name="Google Shape;443;g3c2aab7003b_0_55"/>
            <p:cNvSpPr/>
            <p:nvPr/>
          </p:nvSpPr>
          <p:spPr>
            <a:xfrm>
              <a:off x="238524" y="253470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444" name="Google Shape;444;g3c2aab7003b_0_55"/>
            <p:cNvSpPr/>
            <p:nvPr/>
          </p:nvSpPr>
          <p:spPr>
            <a:xfrm>
              <a:off x="2037292" y="432329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sp>
          <p:nvSpPr>
            <p:cNvPr id="445" name="Google Shape;445;g3c2aab7003b_0_55"/>
            <p:cNvSpPr/>
            <p:nvPr/>
          </p:nvSpPr>
          <p:spPr>
            <a:xfrm>
              <a:off x="238524" y="4323295"/>
              <a:ext cx="894300" cy="89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</p:grpSp>
      <p:sp>
        <p:nvSpPr>
          <p:cNvPr id="446" name="Google Shape;446;g3c2aab7003b_0_55"/>
          <p:cNvSpPr txBox="1"/>
          <p:nvPr/>
        </p:nvSpPr>
        <p:spPr>
          <a:xfrm>
            <a:off x="880777" y="325126"/>
            <a:ext cx="5575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Plus Jakarta Sans"/>
              <a:buNone/>
            </a:pPr>
            <a:r>
              <a:rPr b="1" lang="en" sz="3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Yedek Slaytlar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c2aab7003b_0_55"/>
          <p:cNvSpPr txBox="1"/>
          <p:nvPr/>
        </p:nvSpPr>
        <p:spPr>
          <a:xfrm flipH="1" rot="-5400000">
            <a:off x="-614059" y="968561"/>
            <a:ext cx="1715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Sunum Şablonu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8" name="Google Shape;448;g3c2aab7003b_0_55"/>
          <p:cNvSpPr txBox="1"/>
          <p:nvPr/>
        </p:nvSpPr>
        <p:spPr>
          <a:xfrm flipH="1" rot="-5400000">
            <a:off x="-1099450" y="3599653"/>
            <a:ext cx="268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Divizyon - 2026</a:t>
            </a:r>
            <a:endParaRPr b="1" i="0" sz="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49" name="Google Shape;449;g3c2aab7003b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13170" y="2328800"/>
            <a:ext cx="1144500" cy="4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231"/>
      </a:accent1>
      <a:accent2>
        <a:srgbClr val="C5B3ED"/>
      </a:accent2>
      <a:accent3>
        <a:srgbClr val="EE8C8D"/>
      </a:accent3>
      <a:accent4>
        <a:srgbClr val="595E95"/>
      </a:accent4>
      <a:accent5>
        <a:srgbClr val="FF7D63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